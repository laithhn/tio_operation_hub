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84fafd800f4a00" /><Relationship Type="http://schemas.openxmlformats.org/officeDocument/2006/relationships/extended-properties" Target="/docProps/app.xml" Id="Rbc4612e705f24ba9" /><Relationship Type="http://schemas.openxmlformats.org/officeDocument/2006/relationships/officeDocument" Target="/ppt/presentation.xml" Id="R4dc6a95186c046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17a66c67e54ea0"/>
  </p:sldMasterIdLst>
  <p:notesMasterIdLst>
    <p:notesMasterId xmlns:r="http://schemas.openxmlformats.org/officeDocument/2006/relationships" r:id="R328b48789c344460"/>
  </p:notesMasterIdLst>
  <p:sldIdLst>
    <p:sldId xmlns:r="http://schemas.openxmlformats.org/officeDocument/2006/relationships" id="256" r:id="Re92d13feaae54006"/>
    <p:sldId xmlns:r="http://schemas.openxmlformats.org/officeDocument/2006/relationships" id="257" r:id="R9d37cfab6cad4464"/>
    <p:sldId xmlns:r="http://schemas.openxmlformats.org/officeDocument/2006/relationships" id="258" r:id="Ra4d82c6cbf69436e"/>
    <p:sldId xmlns:r="http://schemas.openxmlformats.org/officeDocument/2006/relationships" id="259" r:id="R527819dc027e4bf1"/>
    <p:sldId xmlns:r="http://schemas.openxmlformats.org/officeDocument/2006/relationships" id="260" r:id="Rf654e08a22ed46ca"/>
    <p:sldId xmlns:r="http://schemas.openxmlformats.org/officeDocument/2006/relationships" id="261" r:id="R49ba9858b5504619"/>
    <p:sldId xmlns:r="http://schemas.openxmlformats.org/officeDocument/2006/relationships" id="262" r:id="R92d1730115434ba9"/>
    <p:sldId xmlns:r="http://schemas.openxmlformats.org/officeDocument/2006/relationships" id="263" r:id="R2cd9e9606e8c4466"/>
    <p:sldId xmlns:r="http://schemas.openxmlformats.org/officeDocument/2006/relationships" id="264" r:id="R235ab5717a7d43ed"/>
    <p:sldId xmlns:r="http://schemas.openxmlformats.org/officeDocument/2006/relationships" id="265" r:id="R1292cfb710f54f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2511f0760c48cd" /><Relationship Type="http://schemas.openxmlformats.org/officeDocument/2006/relationships/slideMaster" Target="/ppt/slideMasters/slideMaster1.xml" Id="R1117a66c67e54ea0" /><Relationship Type="http://schemas.openxmlformats.org/officeDocument/2006/relationships/notesMaster" Target="/ppt/notesMasters/notesMaster1.xml" Id="R328b48789c344460" /><Relationship Type="http://schemas.openxmlformats.org/officeDocument/2006/relationships/presProps" Target="/ppt/presProps.xml" Id="Rf43143e57e984f19" /><Relationship Type="http://schemas.openxmlformats.org/officeDocument/2006/relationships/tableStyles" Target="/ppt/tableStyles.xml" Id="R29bfd84494ac4000" /><Relationship Type="http://schemas.openxmlformats.org/officeDocument/2006/relationships/slide" Target="/ppt/slides/slide1.xml" Id="Re92d13feaae54006" /><Relationship Type="http://schemas.openxmlformats.org/officeDocument/2006/relationships/slide" Target="/ppt/slides/slide2.xml" Id="R9d37cfab6cad4464" /><Relationship Type="http://schemas.openxmlformats.org/officeDocument/2006/relationships/slide" Target="/ppt/slides/slide3.xml" Id="Ra4d82c6cbf69436e" /><Relationship Type="http://schemas.openxmlformats.org/officeDocument/2006/relationships/slide" Target="/ppt/slides/slide4.xml" Id="R527819dc027e4bf1" /><Relationship Type="http://schemas.openxmlformats.org/officeDocument/2006/relationships/slide" Target="/ppt/slides/slide5.xml" Id="Rf654e08a22ed46ca" /><Relationship Type="http://schemas.openxmlformats.org/officeDocument/2006/relationships/slide" Target="/ppt/slides/slide6.xml" Id="R49ba9858b5504619" /><Relationship Type="http://schemas.openxmlformats.org/officeDocument/2006/relationships/slide" Target="/ppt/slides/slide7.xml" Id="R92d1730115434ba9" /><Relationship Type="http://schemas.openxmlformats.org/officeDocument/2006/relationships/slide" Target="/ppt/slides/slide8.xml" Id="R2cd9e9606e8c4466" /><Relationship Type="http://schemas.openxmlformats.org/officeDocument/2006/relationships/slide" Target="/ppt/slides/slide9.xml" Id="R235ab5717a7d43ed" /><Relationship Type="http://schemas.openxmlformats.org/officeDocument/2006/relationships/slide" Target="/ppt/slides/slide10.xml" Id="R1292cfb710f54f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f92dd821844e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6930a6e7924dba" /><Relationship Type="http://schemas.openxmlformats.org/officeDocument/2006/relationships/notesMaster" Target="/ppt/notesMasters/notesMaster1.xml" Id="R318dead8e8f34c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c19db3eb9e4df1" /><Relationship Type="http://schemas.openxmlformats.org/officeDocument/2006/relationships/notesMaster" Target="/ppt/notesMasters/notesMaster1.xml" Id="Re405f959db6642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059fe186ab47a9" /><Relationship Type="http://schemas.openxmlformats.org/officeDocument/2006/relationships/notesMaster" Target="/ppt/notesMasters/notesMaster1.xml" Id="Rbb268bb9fa4c48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ed6b4e3d574146" /><Relationship Type="http://schemas.openxmlformats.org/officeDocument/2006/relationships/notesMaster" Target="/ppt/notesMasters/notesMaster1.xml" Id="R557b2c8aa88a4f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d98d6cef284134" /><Relationship Type="http://schemas.openxmlformats.org/officeDocument/2006/relationships/notesMaster" Target="/ppt/notesMasters/notesMaster1.xml" Id="Rcfa0ddfcd3ae4e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b366e9299f4151" /><Relationship Type="http://schemas.openxmlformats.org/officeDocument/2006/relationships/notesMaster" Target="/ppt/notesMasters/notesMaster1.xml" Id="R6d8d249a30b540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7134dfb63d435e" /><Relationship Type="http://schemas.openxmlformats.org/officeDocument/2006/relationships/notesMaster" Target="/ppt/notesMasters/notesMaster1.xml" Id="R9dd69798c82c42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80273f9f4c4248" /><Relationship Type="http://schemas.openxmlformats.org/officeDocument/2006/relationships/notesMaster" Target="/ppt/notesMasters/notesMaster1.xml" Id="R0b4c480409f240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7ee2f8bba6449b" /><Relationship Type="http://schemas.openxmlformats.org/officeDocument/2006/relationships/notesMaster" Target="/ppt/notesMasters/notesMaster1.xml" Id="R2ef80fa5255445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caf846b557481a" /><Relationship Type="http://schemas.openxmlformats.org/officeDocument/2006/relationships/notesMaster" Target="/ppt/notesMasters/notesMaster1.xml" Id="R2909abe24ce542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TIO Hub as an internal operational record and workflow application. The screenshot is a direct capture from a local 2.30.0 development build using fictional data. The captured interface includes reference VITRONIC branding. Obtain brand owner approval or use approved replacement artwork before external distribution. Sources: README.md, docs/RELEASE-NOTES-2.30.0.md, docs/portfolio/product-screenshots.md.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describes the product problem, not a quantified claim about a specific customer. Use discovery to confirm the audience recognizes these handoffs.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sources: README.md; docs/IMPLEMENTATION-PLAN.md.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sources: docs/portfolio/product-pack.md; docs/ORGANIZATION-HIERARCHY.md.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sources: docs/portfolio/user-manual.md; docs/portfolio/product-pack.md.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sources: docs/portfolio/user-manual.md; docs/DECISIONS.md.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eligible contract-linked cases and snapshots of terms. Penalty assessments are indicative; they do not create payments or credits.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sources: docs/DECISIONS.md; docs/OPERATIONS.md; docs/RELEASE-NOTES-2.30.0.md.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editable chart shows local fictional seed counts. Categories have different meanings and must not be treated as a comparative score, benchmark or customer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sources: docs/DECISIONS.md A62; docs/portfolio/technical-pack.md.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sources: docs/SYSTEM-DESIGN.md; docs/OPERATIONS.md.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sources: docs/portfolio/product-pack.md; docs/portfolio/commercial-pack.md.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a scoped discovery and technical fit review. Avoid implying a committed pilot date, service availability, or published customer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sources: docs/portfolio/commercial-pack.md; docs/portfolio/product-pack.md.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8328a77f849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0885f368014e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ad2b3e35c149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82ecb0aee4c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8bf185016645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a9150f81b4f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CA4100-7F86-43C7-B24C-AF88BBD63F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AB9848-68CC-4B0A-AA0F-E04D85BC10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D4DBD2-35A8-4F4B-9903-3114FEC851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25D3FA-3E95-4B66-8736-3F015729D7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A119173-E31C-464F-BE12-F301F00947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1C710E-830E-4507-9F5B-1A64B400E3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150B1B-4CE2-4D54-8D77-E42EB65657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E48F86-5BCD-4619-8A15-60B4262A1B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347C02-5C44-43B6-B925-1486C9F34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06A215-5A92-467F-9C96-AE00AFA412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265dcc4e6d4b57" /><Relationship Type="http://schemas.openxmlformats.org/officeDocument/2006/relationships/slideLayout" Target="/ppt/slideLayouts/slideLayout1.xml" Id="Ra3206fbbfc0c4ca0" /><Relationship Type="http://schemas.openxmlformats.org/officeDocument/2006/relationships/slideLayout" Target="/ppt/slideLayouts/slideLayout2.xml" Id="Rb6b36c99a8f4407b" /><Relationship Type="http://schemas.openxmlformats.org/officeDocument/2006/relationships/slideLayout" Target="/ppt/slideLayouts/slideLayout3.xml" Id="R0b19370c89a14a7b" /><Relationship Type="http://schemas.openxmlformats.org/officeDocument/2006/relationships/slideLayout" Target="/ppt/slideLayouts/slideLayout4.xml" Id="R7ae47cce02c64f15" /><Relationship Type="http://schemas.openxmlformats.org/officeDocument/2006/relationships/slideLayout" Target="/ppt/slideLayouts/slideLayout5.xml" Id="R4530567652bd4976" /><Relationship Type="http://schemas.openxmlformats.org/officeDocument/2006/relationships/slideLayout" Target="/ppt/slideLayouts/slideLayout6.xml" Id="R63762b84ca344d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206fbbfc0c4ca0"/>
    <p:sldLayoutId xmlns:r="http://schemas.openxmlformats.org/officeDocument/2006/relationships" id="2147483650" r:id="Rb6b36c99a8f4407b"/>
    <p:sldLayoutId xmlns:r="http://schemas.openxmlformats.org/officeDocument/2006/relationships" id="2147483651" r:id="R0b19370c89a14a7b"/>
    <p:sldLayoutId xmlns:r="http://schemas.openxmlformats.org/officeDocument/2006/relationships" id="2147483652" r:id="R7ae47cce02c64f15"/>
    <p:sldLayoutId xmlns:r="http://schemas.openxmlformats.org/officeDocument/2006/relationships" id="2147483653" r:id="R4530567652bd4976"/>
    <p:sldLayoutId xmlns:r="http://schemas.openxmlformats.org/officeDocument/2006/relationships" id="2147483654" r:id="R63762b84ca344d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0fe5771f924469" /><Relationship Type="http://schemas.openxmlformats.org/officeDocument/2006/relationships/image" Target="/ppt/media/image.png" Id="R3b1f62572a224937" /><Relationship Type="http://schemas.openxmlformats.org/officeDocument/2006/relationships/notesSlide" Target="/ppt/notesSlides/notesSlide1.xml" Id="R53d5907af49643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bb0cccfaa740f4" /><Relationship Type="http://schemas.openxmlformats.org/officeDocument/2006/relationships/notesSlide" Target="/ppt/notesSlides/notesSlide2.xml" Id="R1636ee9ed71444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5ad26f5e0f4e18" /><Relationship Type="http://schemas.openxmlformats.org/officeDocument/2006/relationships/image" Target="/ppt/media/image2.png" Id="Rd9ce7f6b11f74536" /><Relationship Type="http://schemas.openxmlformats.org/officeDocument/2006/relationships/notesSlide" Target="/ppt/notesSlides/notesSlide3.xml" Id="Rc6cc3dd5862241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8f6de681654caf" /><Relationship Type="http://schemas.openxmlformats.org/officeDocument/2006/relationships/image" Target="/ppt/media/image3.png" Id="R5f09feaad9e74122" /><Relationship Type="http://schemas.openxmlformats.org/officeDocument/2006/relationships/notesSlide" Target="/ppt/notesSlides/notesSlide4.xml" Id="Rbaa74e787abc44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d8b9e71ee4604" /><Relationship Type="http://schemas.openxmlformats.org/officeDocument/2006/relationships/image" Target="/ppt/media/image4.png" Id="R7bbcb22b306c4cdf" /><Relationship Type="http://schemas.openxmlformats.org/officeDocument/2006/relationships/notesSlide" Target="/ppt/notesSlides/notesSlide5.xml" Id="Rae22907faf004e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a3a66172824420" /><Relationship Type="http://schemas.openxmlformats.org/officeDocument/2006/relationships/notesSlide" Target="/ppt/notesSlides/notesSlide6.xml" Id="R112225d01bd44a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bb8ff8d26e4ab3" /><Relationship Type="http://schemas.openxmlformats.org/officeDocument/2006/relationships/image" Target="/ppt/media/image5.png" Id="Rf24ec21560ad40d4" /><Relationship Type="http://schemas.openxmlformats.org/officeDocument/2006/relationships/chart" Target="/ppt/slides/charts/chart1.xml" Id="Re61f043601a74207" /><Relationship Type="http://schemas.openxmlformats.org/officeDocument/2006/relationships/notesSlide" Target="/ppt/notesSlides/notesSlide7.xml" Id="R2810c85891af4b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e6d76d99df4836" /><Relationship Type="http://schemas.openxmlformats.org/officeDocument/2006/relationships/notesSlide" Target="/ppt/notesSlides/notesSlide8.xml" Id="R1b34245300224f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8b20ca249e4b9a" /><Relationship Type="http://schemas.openxmlformats.org/officeDocument/2006/relationships/notesSlide" Target="/ppt/notesSlides/notesSlide9.xml" Id="R235bee27c4ce4a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2c4106262644e7" /><Relationship Type="http://schemas.openxmlformats.org/officeDocument/2006/relationships/notesSlide" Target="/ppt/notesSlides/notesSlide10.xml" Id="Rca1aca0ea83f40c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4223F"/>
                </a:solidFill>
                <a:latin typeface="Aptos"/>
                <a:ea typeface="Aptos"/>
                <a:cs typeface="Aptos"/>
              </a:rPr>
              <a:t>Fictional local demo record counts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4223F"/>
              </a:solidFill>
              <a:latin typeface="Aptos"/>
              <a:ea typeface="Aptos"/>
              <a:cs typeface="Apto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2A78D6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Clients</c:v>
                </c:pt>
                <c:pt idx="1">
                  <c:v>Open cases</c:v>
                </c:pt>
                <c:pt idx="2">
                  <c:v>Commitments</c:v>
                </c:pt>
                <c:pt idx="3">
                  <c:v>Escalations</c:v>
                </c:pt>
                <c:pt idx="4">
                  <c:v>Contracts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6177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6DF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6177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B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77F17-8BF2-46C4-B491-2F373C05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8DBCF2"/>
                </a:solidFill>
              </a:defRPr>
            </a:defPPr>
            <a:lvl1pPr>
              <a:defRPr sz="1350" b="1">
                <a:solidFill>
                  <a:srgbClr val="8DBCF2"/>
                </a:solidFill>
              </a:defRPr>
            </a:lvl1pPr>
            <a:lvl2pPr>
              <a:defRPr sz="1350" b="1">
                <a:solidFill>
                  <a:srgbClr val="8DBCF2"/>
                </a:solidFill>
              </a:defRPr>
            </a:lvl2pPr>
            <a:lvl3pPr>
              <a:defRPr sz="1350" b="1">
                <a:solidFill>
                  <a:srgbClr val="8DBCF2"/>
                </a:solidFill>
              </a:defRPr>
            </a:lvl3pPr>
            <a:lvl4pPr>
              <a:defRPr sz="1350" b="1">
                <a:solidFill>
                  <a:srgbClr val="8DBCF2"/>
                </a:solidFill>
              </a:defRPr>
            </a:lvl4pPr>
            <a:lvl5pPr>
              <a:defRPr sz="1350" b="1">
                <a:solidFill>
                  <a:srgbClr val="8DBCF2"/>
                </a:solidFill>
              </a:defRPr>
            </a:lvl5pPr>
            <a:lvl6pPr>
              <a:defRPr sz="1350" b="1">
                <a:solidFill>
                  <a:srgbClr val="8DBCF2"/>
                </a:solidFill>
              </a:defRPr>
            </a:lvl6pPr>
            <a:lvl7pPr>
              <a:defRPr sz="1350" b="1">
                <a:solidFill>
                  <a:srgbClr val="8DBCF2"/>
                </a:solidFill>
              </a:defRPr>
            </a:lvl7pPr>
            <a:lvl8pPr>
              <a:defRPr sz="1350" b="1">
                <a:solidFill>
                  <a:srgbClr val="8DBCF2"/>
                </a:solidFill>
              </a:defRPr>
            </a:lvl8pPr>
            <a:lvl9pPr>
              <a:defRPr sz="1350" b="1">
                <a:solidFill>
                  <a:srgbClr val="8DBCF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DBCF2"/>
                </a:solidFill>
              </a:defRPr>
            </a:pPr>
            <a:r>
              <a:rPr sz="1350" b="1">
                <a:solidFill>
                  <a:srgbClr val="8DBCF2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77681-2060-4A8E-B249-443D8687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</a:defRPr>
            </a:defPPr>
            <a:lvl1pPr>
              <a:defRPr sz="3600" b="1">
                <a:solidFill>
                  <a:srgbClr val="FFFFFF"/>
                </a:solidFill>
              </a:defRPr>
            </a:lvl1pPr>
            <a:lvl2pPr>
              <a:defRPr sz="3600" b="1">
                <a:solidFill>
                  <a:srgbClr val="FFFFFF"/>
                </a:solidFill>
              </a:defRPr>
            </a:lvl2pPr>
            <a:lvl3pPr>
              <a:defRPr sz="3600" b="1">
                <a:solidFill>
                  <a:srgbClr val="FFFFFF"/>
                </a:solidFill>
              </a:defRPr>
            </a:lvl3pPr>
            <a:lvl4pPr>
              <a:defRPr sz="3600" b="1">
                <a:solidFill>
                  <a:srgbClr val="FFFFFF"/>
                </a:solidFill>
              </a:defRPr>
            </a:lvl4pPr>
            <a:lvl5pPr>
              <a:defRPr sz="3600" b="1">
                <a:solidFill>
                  <a:srgbClr val="FFFFFF"/>
                </a:solidFill>
              </a:defRPr>
            </a:lvl5pPr>
            <a:lvl6pPr>
              <a:defRPr sz="3600" b="1">
                <a:solidFill>
                  <a:srgbClr val="FFFFFF"/>
                </a:solidFill>
              </a:defRPr>
            </a:lvl6pPr>
            <a:lvl7pPr>
              <a:defRPr sz="3600" b="1">
                <a:solidFill>
                  <a:srgbClr val="FFFFFF"/>
                </a:solidFill>
              </a:defRPr>
            </a:lvl7pPr>
            <a:lvl8pPr>
              <a:defRPr sz="3600" b="1">
                <a:solidFill>
                  <a:srgbClr val="FFFFFF"/>
                </a:solidFill>
              </a:defRPr>
            </a:lvl8pPr>
            <a:lvl9pPr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Operational context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in one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95B43-18FA-487C-955B-1373E612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66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4D1E1"/>
                </a:solidFill>
              </a:defRPr>
            </a:defPPr>
            <a:lvl1pPr>
              <a:defRPr sz="1875" b="0">
                <a:solidFill>
                  <a:srgbClr val="C4D1E1"/>
                </a:solidFill>
              </a:defRPr>
            </a:lvl1pPr>
            <a:lvl2pPr>
              <a:defRPr sz="1875" b="0">
                <a:solidFill>
                  <a:srgbClr val="C4D1E1"/>
                </a:solidFill>
              </a:defRPr>
            </a:lvl2pPr>
            <a:lvl3pPr>
              <a:defRPr sz="1875" b="0">
                <a:solidFill>
                  <a:srgbClr val="C4D1E1"/>
                </a:solidFill>
              </a:defRPr>
            </a:lvl3pPr>
            <a:lvl4pPr>
              <a:defRPr sz="1875" b="0">
                <a:solidFill>
                  <a:srgbClr val="C4D1E1"/>
                </a:solidFill>
              </a:defRPr>
            </a:lvl4pPr>
            <a:lvl5pPr>
              <a:defRPr sz="1875" b="0">
                <a:solidFill>
                  <a:srgbClr val="C4D1E1"/>
                </a:solidFill>
              </a:defRPr>
            </a:lvl5pPr>
            <a:lvl6pPr>
              <a:defRPr sz="1875" b="0">
                <a:solidFill>
                  <a:srgbClr val="C4D1E1"/>
                </a:solidFill>
              </a:defRPr>
            </a:lvl6pPr>
            <a:lvl7pPr>
              <a:defRPr sz="1875" b="0">
                <a:solidFill>
                  <a:srgbClr val="C4D1E1"/>
                </a:solidFill>
              </a:defRPr>
            </a:lvl7pPr>
            <a:lvl8pPr>
              <a:defRPr sz="1875" b="0">
                <a:solidFill>
                  <a:srgbClr val="C4D1E1"/>
                </a:solidFill>
              </a:defRPr>
            </a:lvl8pPr>
            <a:lvl9pPr>
              <a:defRPr sz="1875" b="0">
                <a:solidFill>
                  <a:srgbClr val="C4D1E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4D1E1"/>
                </a:solidFill>
              </a:defRPr>
            </a:pPr>
            <a:r>
              <a:rPr sz="1875" b="0">
                <a:solidFill>
                  <a:srgbClr val="C4D1E1"/>
                </a:solidFill>
              </a:rPr>
              <a:t>Client records, technical context and operations work, connected for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E08CD-074D-4724-B638-AC6EC1E8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695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03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48308-5912-4E95-9137-C438A787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101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B8C8DD"/>
                </a:solidFill>
              </a:defRPr>
            </a:defPPr>
            <a:lvl1pPr>
              <a:defRPr sz="975" b="1">
                <a:solidFill>
                  <a:srgbClr val="B8C8DD"/>
                </a:solidFill>
              </a:defRPr>
            </a:lvl1pPr>
            <a:lvl2pPr>
              <a:defRPr sz="975" b="1">
                <a:solidFill>
                  <a:srgbClr val="B8C8DD"/>
                </a:solidFill>
              </a:defRPr>
            </a:lvl2pPr>
            <a:lvl3pPr>
              <a:defRPr sz="975" b="1">
                <a:solidFill>
                  <a:srgbClr val="B8C8DD"/>
                </a:solidFill>
              </a:defRPr>
            </a:lvl3pPr>
            <a:lvl4pPr>
              <a:defRPr sz="975" b="1">
                <a:solidFill>
                  <a:srgbClr val="B8C8DD"/>
                </a:solidFill>
              </a:defRPr>
            </a:lvl4pPr>
            <a:lvl5pPr>
              <a:defRPr sz="975" b="1">
                <a:solidFill>
                  <a:srgbClr val="B8C8DD"/>
                </a:solidFill>
              </a:defRPr>
            </a:lvl5pPr>
            <a:lvl6pPr>
              <a:defRPr sz="975" b="1">
                <a:solidFill>
                  <a:srgbClr val="B8C8DD"/>
                </a:solidFill>
              </a:defRPr>
            </a:lvl6pPr>
            <a:lvl7pPr>
              <a:defRPr sz="975" b="1">
                <a:solidFill>
                  <a:srgbClr val="B8C8DD"/>
                </a:solidFill>
              </a:defRPr>
            </a:lvl7pPr>
            <a:lvl8pPr>
              <a:defRPr sz="975" b="1">
                <a:solidFill>
                  <a:srgbClr val="B8C8DD"/>
                </a:solidFill>
              </a:defRPr>
            </a:lvl8pPr>
            <a:lvl9pPr>
              <a:defRPr sz="975" b="1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8C8DD"/>
                </a:solidFill>
              </a:defRPr>
            </a:pPr>
            <a:r>
              <a:rPr sz="975" b="1">
                <a:solidFill>
                  <a:srgbClr val="B8C8DD"/>
                </a:solidFill>
              </a:rPr>
              <a:t>INTERNAL MARKETING DRAFT  |  24 OCT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3E571-AB41-4632-AEF6-400659DE2D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f62572a224937"/>
          <a:stretch xmlns:a="http://schemas.openxmlformats.org/drawingml/2006/main"/>
        </p:blipFill>
        <p:spPr>
          <a:xfrm xmlns:a="http://schemas.openxmlformats.org/drawingml/2006/main">
            <a:off x="5953125" y="1348978"/>
            <a:ext cx="5619750" cy="351234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5EEDD-68F7-4571-A5A4-500B322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387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8C8DD"/>
                </a:solidFill>
              </a:defRPr>
            </a:defPPr>
            <a:lvl1pPr>
              <a:defRPr sz="1050" b="0">
                <a:solidFill>
                  <a:srgbClr val="B8C8DD"/>
                </a:solidFill>
              </a:defRPr>
            </a:lvl1pPr>
            <a:lvl2pPr>
              <a:defRPr sz="1050" b="0">
                <a:solidFill>
                  <a:srgbClr val="B8C8DD"/>
                </a:solidFill>
              </a:defRPr>
            </a:lvl2pPr>
            <a:lvl3pPr>
              <a:defRPr sz="1050" b="0">
                <a:solidFill>
                  <a:srgbClr val="B8C8DD"/>
                </a:solidFill>
              </a:defRPr>
            </a:lvl3pPr>
            <a:lvl4pPr>
              <a:defRPr sz="1050" b="0">
                <a:solidFill>
                  <a:srgbClr val="B8C8DD"/>
                </a:solidFill>
              </a:defRPr>
            </a:lvl4pPr>
            <a:lvl5pPr>
              <a:defRPr sz="1050" b="0">
                <a:solidFill>
                  <a:srgbClr val="B8C8DD"/>
                </a:solidFill>
              </a:defRPr>
            </a:lvl5pPr>
            <a:lvl6pPr>
              <a:defRPr sz="1050" b="0">
                <a:solidFill>
                  <a:srgbClr val="B8C8DD"/>
                </a:solidFill>
              </a:defRPr>
            </a:lvl6pPr>
            <a:lvl7pPr>
              <a:defRPr sz="1050" b="0">
                <a:solidFill>
                  <a:srgbClr val="B8C8DD"/>
                </a:solidFill>
              </a:defRPr>
            </a:lvl7pPr>
            <a:lvl8pPr>
              <a:defRPr sz="1050" b="0">
                <a:solidFill>
                  <a:srgbClr val="B8C8DD"/>
                </a:solidFill>
              </a:defRPr>
            </a:lvl8pPr>
            <a:lvl9pPr>
              <a:defRPr sz="1050" b="0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8C8DD"/>
                </a:solidFill>
              </a:defRPr>
            </a:pPr>
            <a:r>
              <a:rPr sz="1050" b="0">
                <a:solidFill>
                  <a:srgbClr val="B8C8DD"/>
                </a:solidFill>
              </a:rPr>
              <a:t>Fictional local data. Reference branding shown; external use requires brand approval.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33F36-4380-42BC-9462-04F530F5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8C8DD"/>
                </a:solidFill>
              </a:defRPr>
            </a:defPPr>
            <a:lvl1pPr>
              <a:defRPr sz="900" b="1">
                <a:solidFill>
                  <a:srgbClr val="B8C8DD"/>
                </a:solidFill>
              </a:defRPr>
            </a:lvl1pPr>
            <a:lvl2pPr>
              <a:defRPr sz="900" b="1">
                <a:solidFill>
                  <a:srgbClr val="B8C8DD"/>
                </a:solidFill>
              </a:defRPr>
            </a:lvl2pPr>
            <a:lvl3pPr>
              <a:defRPr sz="900" b="1">
                <a:solidFill>
                  <a:srgbClr val="B8C8DD"/>
                </a:solidFill>
              </a:defRPr>
            </a:lvl3pPr>
            <a:lvl4pPr>
              <a:defRPr sz="900" b="1">
                <a:solidFill>
                  <a:srgbClr val="B8C8DD"/>
                </a:solidFill>
              </a:defRPr>
            </a:lvl4pPr>
            <a:lvl5pPr>
              <a:defRPr sz="900" b="1">
                <a:solidFill>
                  <a:srgbClr val="B8C8DD"/>
                </a:solidFill>
              </a:defRPr>
            </a:lvl5pPr>
            <a:lvl6pPr>
              <a:defRPr sz="900" b="1">
                <a:solidFill>
                  <a:srgbClr val="B8C8DD"/>
                </a:solidFill>
              </a:defRPr>
            </a:lvl6pPr>
            <a:lvl7pPr>
              <a:defRPr sz="900" b="1">
                <a:solidFill>
                  <a:srgbClr val="B8C8DD"/>
                </a:solidFill>
              </a:defRPr>
            </a:lvl7pPr>
            <a:lvl8pPr>
              <a:defRPr sz="900" b="1">
                <a:solidFill>
                  <a:srgbClr val="B8C8DD"/>
                </a:solidFill>
              </a:defRPr>
            </a:lvl8pPr>
            <a:lvl9pPr>
              <a:defRPr sz="900" b="1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8C8DD"/>
                </a:solidFill>
              </a:defRPr>
            </a:pPr>
            <a:r>
              <a:rPr sz="900" b="1">
                <a:solidFill>
                  <a:srgbClr val="B8C8D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5736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CA58A-0901-4A6D-8436-ED428612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630B8-C794-4E7D-85A8-F8997F68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The operational picture is spread across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107C4-3B54-4120-9811-260297EB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C9FB5-A79C-4D09-8602-923BF7C6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Internal marketing draft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ED5E7-7815-4F41-8258-2D1C5EC4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4F84E-0DC0-4F4C-A96C-ABBD8753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A78D6"/>
                </a:solidFill>
              </a:defRPr>
            </a:defPPr>
            <a:lvl1pPr>
              <a:defRPr sz="2100" b="1">
                <a:solidFill>
                  <a:srgbClr val="2A78D6"/>
                </a:solidFill>
              </a:defRPr>
            </a:lvl1pPr>
            <a:lvl2pPr>
              <a:defRPr sz="2100" b="1">
                <a:solidFill>
                  <a:srgbClr val="2A78D6"/>
                </a:solidFill>
              </a:defRPr>
            </a:lvl2pPr>
            <a:lvl3pPr>
              <a:defRPr sz="2100" b="1">
                <a:solidFill>
                  <a:srgbClr val="2A78D6"/>
                </a:solidFill>
              </a:defRPr>
            </a:lvl3pPr>
            <a:lvl4pPr>
              <a:defRPr sz="2100" b="1">
                <a:solidFill>
                  <a:srgbClr val="2A78D6"/>
                </a:solidFill>
              </a:defRPr>
            </a:lvl4pPr>
            <a:lvl5pPr>
              <a:defRPr sz="2100" b="1">
                <a:solidFill>
                  <a:srgbClr val="2A78D6"/>
                </a:solidFill>
              </a:defRPr>
            </a:lvl5pPr>
            <a:lvl6pPr>
              <a:defRPr sz="2100" b="1">
                <a:solidFill>
                  <a:srgbClr val="2A78D6"/>
                </a:solidFill>
              </a:defRPr>
            </a:lvl6pPr>
            <a:lvl7pPr>
              <a:defRPr sz="2100" b="1">
                <a:solidFill>
                  <a:srgbClr val="2A78D6"/>
                </a:solidFill>
              </a:defRPr>
            </a:lvl7pPr>
            <a:lvl8pPr>
              <a:defRPr sz="2100" b="1">
                <a:solidFill>
                  <a:srgbClr val="2A78D6"/>
                </a:solidFill>
              </a:defRPr>
            </a:lvl8pPr>
            <a:lvl9pPr>
              <a:defRPr sz="2100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A78D6"/>
                </a:solidFill>
              </a:defRPr>
            </a:pPr>
            <a:r>
              <a:rPr sz="2100" b="1">
                <a:solidFill>
                  <a:srgbClr val="2A78D6"/>
                </a:solidFill>
              </a:rPr>
              <a:t>A support decision depends on more than the case title.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B311C-B3E2-40CA-ADCC-AC5FCA00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2385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F5672-14B4-4472-B43B-173660AD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3B66D-B37D-48C0-ACA8-0C22B016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Client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1D5A0-7B9F-47E0-897D-D597E848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8384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Which organization, project and environment is in scope?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F7B97-F655-4FB8-BCE7-79C50F68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32385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C9EC7-3463-48A7-A369-5629984A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E4B81-7575-474F-9AF3-3C14A439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28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Technical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A31FE-ACB2-42C1-A400-8C3F47EC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8384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What is installed, affected and due for review?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0D3DC-379A-4F04-AB41-DE85F643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32385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14B81-C204-4049-BBFE-4E315052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D209D-F4CA-45FF-B626-BD966C11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28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Operational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10D16-5F92-4C10-9B9E-04286B86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28384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Who owns the next step and which terms apply?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65A7F-46DB-4832-A19F-013B18DD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223F"/>
                </a:solidFill>
              </a:defRPr>
            </a:defPPr>
            <a:lvl1pPr>
              <a:defRPr sz="1800" b="1">
                <a:solidFill>
                  <a:srgbClr val="14223F"/>
                </a:solidFill>
              </a:defRPr>
            </a:lvl1pPr>
            <a:lvl2pPr>
              <a:defRPr sz="1800" b="1">
                <a:solidFill>
                  <a:srgbClr val="14223F"/>
                </a:solidFill>
              </a:defRPr>
            </a:lvl2pPr>
            <a:lvl3pPr>
              <a:defRPr sz="1800" b="1">
                <a:solidFill>
                  <a:srgbClr val="14223F"/>
                </a:solidFill>
              </a:defRPr>
            </a:lvl3pPr>
            <a:lvl4pPr>
              <a:defRPr sz="1800" b="1">
                <a:solidFill>
                  <a:srgbClr val="14223F"/>
                </a:solidFill>
              </a:defRPr>
            </a:lvl4pPr>
            <a:lvl5pPr>
              <a:defRPr sz="1800" b="1">
                <a:solidFill>
                  <a:srgbClr val="14223F"/>
                </a:solidFill>
              </a:defRPr>
            </a:lvl5pPr>
            <a:lvl6pPr>
              <a:defRPr sz="1800" b="1">
                <a:solidFill>
                  <a:srgbClr val="14223F"/>
                </a:solidFill>
              </a:defRPr>
            </a:lvl6pPr>
            <a:lvl7pPr>
              <a:defRPr sz="1800" b="1">
                <a:solidFill>
                  <a:srgbClr val="14223F"/>
                </a:solidFill>
              </a:defRPr>
            </a:lvl7pPr>
            <a:lvl8pPr>
              <a:defRPr sz="1800" b="1">
                <a:solidFill>
                  <a:srgbClr val="14223F"/>
                </a:solidFill>
              </a:defRPr>
            </a:lvl8pPr>
            <a:lvl9pPr>
              <a:defRPr sz="180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23F"/>
                </a:solidFill>
              </a:defRPr>
            </a:pPr>
            <a:r>
              <a:rPr sz="1800" b="1">
                <a:solidFill>
                  <a:srgbClr val="14223F"/>
                </a:solidFill>
              </a:rPr>
              <a:t>Teams still need a shared record, accountable owners and a repeatable review.</a:t>
            </a:r>
          </a:p>
        </p:txBody>
      </p:sp>
    </p:spTree>
    <p:extLst>
      <p:ext uri="{BB962C8B-B14F-4D97-AF65-F5344CB8AC3E}">
        <p14:creationId xmlns:p14="http://schemas.microsoft.com/office/powerpoint/2010/main" val="21293763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F571C-5AA1-41C8-A019-205E2FC9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4B242-E024-4B58-997A-FF724790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Connected records support a clearer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0CA97-2887-4225-B344-C3CDA6F7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FE0CF-6251-4F73-934D-C224EEC6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Internal marketing draft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A131D-D177-48A4-B6BF-9E856452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05949-967B-40D2-8928-5FE05DCDEB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e7f6b11f74536"/>
          <a:stretch xmlns:a="http://schemas.openxmlformats.org/drawingml/2006/main"/>
        </p:blipFill>
        <p:spPr>
          <a:xfrm xmlns:a="http://schemas.openxmlformats.org/drawingml/2006/main">
            <a:off x="609600" y="2343150"/>
            <a:ext cx="7239000" cy="2533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D4AC1-5844-42BC-9EFA-57C0093B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33575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C2FED-B9E6-4151-AABF-B72218F6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3357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27C5B-98E9-4673-9259-C49CFCF1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05025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Follow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88B28-7D4D-4E57-9C4C-F3E31DD1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24125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Start with the client and affected environment.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733AD-8D15-4D42-B311-4E36ADB3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13B9E-7E34-4E12-B8A3-8698A595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FED5E-FBB3-4DCD-857E-67F009CC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7665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Assign the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78604-E67B-4888-BC79-5D54CD00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Review owner, next action and due 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F5D9A-824D-4A1D-B19F-38D7BE7F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33950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32129-0027-4CA0-9FAC-D9D774FC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33950"/>
            <a:ext cx="571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2258D-A301-492A-9F7F-18393A04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Review the 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0BE586-C636-4B06-9409-CD9467BA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24500"/>
            <a:ext cx="2933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Use history and reports to validate the picture.</a:t>
            </a:r>
          </a:p>
        </p:txBody>
      </p:sp>
    </p:spTree>
    <p:extLst>
      <p:ext uri="{BB962C8B-B14F-4D97-AF65-F5344CB8AC3E}">
        <p14:creationId xmlns:p14="http://schemas.microsoft.com/office/powerpoint/2010/main" val="1275307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EA6E1-3176-47FD-B93F-8F880677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BA23D-F10A-4C69-B5AE-6D957D94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Client and environment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107EC-B0DB-42F1-8D64-E1C8FABB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3A60C-712B-4582-9A70-EA436523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Internal marketing draft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E8C21-C7B9-450B-87C8-C19A479A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4B752-F61A-4036-A906-141BFB61E2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9feaad9e74122"/>
          <a:stretch xmlns:a="http://schemas.openxmlformats.org/drawingml/2006/main"/>
        </p:blipFill>
        <p:spPr>
          <a:xfrm xmlns:a="http://schemas.openxmlformats.org/drawingml/2006/main">
            <a:off x="833438" y="1666875"/>
            <a:ext cx="64008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547C1-DC63-4E75-84F0-6DB3FF45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A78D6"/>
                </a:solidFill>
              </a:defRPr>
            </a:defPPr>
            <a:lvl1pPr>
              <a:defRPr sz="1875" b="1">
                <a:solidFill>
                  <a:srgbClr val="2A78D6"/>
                </a:solidFill>
              </a:defRPr>
            </a:lvl1pPr>
            <a:lvl2pPr>
              <a:defRPr sz="1875" b="1">
                <a:solidFill>
                  <a:srgbClr val="2A78D6"/>
                </a:solidFill>
              </a:defRPr>
            </a:lvl2pPr>
            <a:lvl3pPr>
              <a:defRPr sz="1875" b="1">
                <a:solidFill>
                  <a:srgbClr val="2A78D6"/>
                </a:solidFill>
              </a:defRPr>
            </a:lvl3pPr>
            <a:lvl4pPr>
              <a:defRPr sz="1875" b="1">
                <a:solidFill>
                  <a:srgbClr val="2A78D6"/>
                </a:solidFill>
              </a:defRPr>
            </a:lvl4pPr>
            <a:lvl5pPr>
              <a:defRPr sz="1875" b="1">
                <a:solidFill>
                  <a:srgbClr val="2A78D6"/>
                </a:solidFill>
              </a:defRPr>
            </a:lvl5pPr>
            <a:lvl6pPr>
              <a:defRPr sz="1875" b="1">
                <a:solidFill>
                  <a:srgbClr val="2A78D6"/>
                </a:solidFill>
              </a:defRPr>
            </a:lvl6pPr>
            <a:lvl7pPr>
              <a:defRPr sz="1875" b="1">
                <a:solidFill>
                  <a:srgbClr val="2A78D6"/>
                </a:solidFill>
              </a:defRPr>
            </a:lvl7pPr>
            <a:lvl8pPr>
              <a:defRPr sz="1875" b="1">
                <a:solidFill>
                  <a:srgbClr val="2A78D6"/>
                </a:solidFill>
              </a:defRPr>
            </a:lvl8pPr>
            <a:lvl9pPr>
              <a:defRPr sz="187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78D6"/>
                </a:solidFill>
              </a:defRPr>
            </a:pPr>
            <a:r>
              <a:rPr sz="1875" b="1">
                <a:solidFill>
                  <a:srgbClr val="2A78D6"/>
                </a:solidFill>
              </a:rPr>
              <a:t>Keep related records together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2AC2A-361C-419E-A378-2BB49961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81275"/>
            <a:ext cx="3333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4223F"/>
                </a:solidFill>
              </a:defRPr>
            </a:defPPr>
            <a:lvl1pPr>
              <a:defRPr sz="1500" b="0">
                <a:solidFill>
                  <a:srgbClr val="14223F"/>
                </a:solidFill>
              </a:defRPr>
            </a:lvl1pPr>
            <a:lvl2pPr>
              <a:defRPr sz="1500" b="0">
                <a:solidFill>
                  <a:srgbClr val="14223F"/>
                </a:solidFill>
              </a:defRPr>
            </a:lvl2pPr>
            <a:lvl3pPr>
              <a:defRPr sz="1500" b="0">
                <a:solidFill>
                  <a:srgbClr val="14223F"/>
                </a:solidFill>
              </a:defRPr>
            </a:lvl3pPr>
            <a:lvl4pPr>
              <a:defRPr sz="1500" b="0">
                <a:solidFill>
                  <a:srgbClr val="14223F"/>
                </a:solidFill>
              </a:defRPr>
            </a:lvl4pPr>
            <a:lvl5pPr>
              <a:defRPr sz="1500" b="0">
                <a:solidFill>
                  <a:srgbClr val="14223F"/>
                </a:solidFill>
              </a:defRPr>
            </a:lvl5pPr>
            <a:lvl6pPr>
              <a:defRPr sz="1500" b="0">
                <a:solidFill>
                  <a:srgbClr val="14223F"/>
                </a:solidFill>
              </a:defRPr>
            </a:lvl6pPr>
            <a:lvl7pPr>
              <a:defRPr sz="1500" b="0">
                <a:solidFill>
                  <a:srgbClr val="14223F"/>
                </a:solidFill>
              </a:defRPr>
            </a:lvl7pPr>
            <a:lvl8pPr>
              <a:defRPr sz="1500" b="0">
                <a:solidFill>
                  <a:srgbClr val="14223F"/>
                </a:solidFill>
              </a:defRPr>
            </a:lvl8pPr>
            <a:lvl9pPr>
              <a:defRPr sz="1500" b="0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Clients, projects and environments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Products, versions and infrastructure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Reported condition with evidence 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Contacts and responsibility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0241B-E2FA-450D-9D96-E6C37B17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530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177"/>
                </a:solidFill>
              </a:defRPr>
            </a:defPPr>
            <a:lvl1pPr>
              <a:defRPr sz="1125" b="0">
                <a:solidFill>
                  <a:srgbClr val="536177"/>
                </a:solidFill>
              </a:defRPr>
            </a:lvl1pPr>
            <a:lvl2pPr>
              <a:defRPr sz="1125" b="0">
                <a:solidFill>
                  <a:srgbClr val="536177"/>
                </a:solidFill>
              </a:defRPr>
            </a:lvl2pPr>
            <a:lvl3pPr>
              <a:defRPr sz="1125" b="0">
                <a:solidFill>
                  <a:srgbClr val="536177"/>
                </a:solidFill>
              </a:defRPr>
            </a:lvl3pPr>
            <a:lvl4pPr>
              <a:defRPr sz="1125" b="0">
                <a:solidFill>
                  <a:srgbClr val="536177"/>
                </a:solidFill>
              </a:defRPr>
            </a:lvl4pPr>
            <a:lvl5pPr>
              <a:defRPr sz="1125" b="0">
                <a:solidFill>
                  <a:srgbClr val="536177"/>
                </a:solidFill>
              </a:defRPr>
            </a:lvl5pPr>
            <a:lvl6pPr>
              <a:defRPr sz="1125" b="0">
                <a:solidFill>
                  <a:srgbClr val="536177"/>
                </a:solidFill>
              </a:defRPr>
            </a:lvl6pPr>
            <a:lvl7pPr>
              <a:defRPr sz="1125" b="0">
                <a:solidFill>
                  <a:srgbClr val="536177"/>
                </a:solidFill>
              </a:defRPr>
            </a:lvl7pPr>
            <a:lvl8pPr>
              <a:defRPr sz="1125" b="0">
                <a:solidFill>
                  <a:srgbClr val="536177"/>
                </a:solidFill>
              </a:defRPr>
            </a:lvl8pPr>
            <a:lvl9pPr>
              <a:defRPr sz="1125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177"/>
                </a:solidFill>
              </a:defRPr>
            </a:pPr>
            <a:r>
              <a:rPr sz="1125" b="0">
                <a:solidFill>
                  <a:srgbClr val="536177"/>
                </a:solidFill>
              </a:rPr>
              <a:t>Records are maintained by users; the system does not discover or monitor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37576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F1591-B424-4B82-BDF6-9F45EC8B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7ED54-EB04-4926-A883-93F1039F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Cases and commitments make work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05894-BBE6-4FED-A2D6-DAFD10DD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92C4B-7CB4-4114-8DC0-EA586234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Internal marketing draft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9FE9D-11B9-47C6-8F71-60E10DDA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74BEB-FB8D-43B6-84D6-032CDBCF41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cb22b306c4cdf"/>
          <a:stretch xmlns:a="http://schemas.openxmlformats.org/drawingml/2006/main"/>
        </p:blipFill>
        <p:spPr>
          <a:xfrm xmlns:a="http://schemas.openxmlformats.org/drawingml/2006/main">
            <a:off x="1019175" y="1666875"/>
            <a:ext cx="655320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92FA7-630F-43E9-95EB-8A46C3D8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716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A78D6"/>
                </a:solidFill>
              </a:defRPr>
            </a:defPPr>
            <a:lvl1pPr>
              <a:defRPr sz="1875" b="1">
                <a:solidFill>
                  <a:srgbClr val="2A78D6"/>
                </a:solidFill>
              </a:defRPr>
            </a:lvl1pPr>
            <a:lvl2pPr>
              <a:defRPr sz="1875" b="1">
                <a:solidFill>
                  <a:srgbClr val="2A78D6"/>
                </a:solidFill>
              </a:defRPr>
            </a:lvl2pPr>
            <a:lvl3pPr>
              <a:defRPr sz="1875" b="1">
                <a:solidFill>
                  <a:srgbClr val="2A78D6"/>
                </a:solidFill>
              </a:defRPr>
            </a:lvl3pPr>
            <a:lvl4pPr>
              <a:defRPr sz="1875" b="1">
                <a:solidFill>
                  <a:srgbClr val="2A78D6"/>
                </a:solidFill>
              </a:defRPr>
            </a:lvl4pPr>
            <a:lvl5pPr>
              <a:defRPr sz="1875" b="1">
                <a:solidFill>
                  <a:srgbClr val="2A78D6"/>
                </a:solidFill>
              </a:defRPr>
            </a:lvl5pPr>
            <a:lvl6pPr>
              <a:defRPr sz="1875" b="1">
                <a:solidFill>
                  <a:srgbClr val="2A78D6"/>
                </a:solidFill>
              </a:defRPr>
            </a:lvl6pPr>
            <a:lvl7pPr>
              <a:defRPr sz="1875" b="1">
                <a:solidFill>
                  <a:srgbClr val="2A78D6"/>
                </a:solidFill>
              </a:defRPr>
            </a:lvl7pPr>
            <a:lvl8pPr>
              <a:defRPr sz="1875" b="1">
                <a:solidFill>
                  <a:srgbClr val="2A78D6"/>
                </a:solidFill>
              </a:defRPr>
            </a:lvl8pPr>
            <a:lvl9pPr>
              <a:defRPr sz="187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78D6"/>
                </a:solidFill>
              </a:defRPr>
            </a:pPr>
            <a:r>
              <a:rPr sz="1875" b="1">
                <a:solidFill>
                  <a:srgbClr val="2A78D6"/>
                </a:solidFill>
              </a:rPr>
              <a:t>Case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5DA36-20A6-4AC3-8701-A10E2055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2857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223F"/>
                </a:solidFill>
              </a:defRPr>
            </a:defPPr>
            <a:lvl1pPr>
              <a:defRPr sz="1425" b="0">
                <a:solidFill>
                  <a:srgbClr val="14223F"/>
                </a:solidFill>
              </a:defRPr>
            </a:lvl1pPr>
            <a:lvl2pPr>
              <a:defRPr sz="1425" b="0">
                <a:solidFill>
                  <a:srgbClr val="14223F"/>
                </a:solidFill>
              </a:defRPr>
            </a:lvl2pPr>
            <a:lvl3pPr>
              <a:defRPr sz="1425" b="0">
                <a:solidFill>
                  <a:srgbClr val="14223F"/>
                </a:solidFill>
              </a:defRPr>
            </a:lvl3pPr>
            <a:lvl4pPr>
              <a:defRPr sz="1425" b="0">
                <a:solidFill>
                  <a:srgbClr val="14223F"/>
                </a:solidFill>
              </a:defRPr>
            </a:lvl4pPr>
            <a:lvl5pPr>
              <a:defRPr sz="1425" b="0">
                <a:solidFill>
                  <a:srgbClr val="14223F"/>
                </a:solidFill>
              </a:defRPr>
            </a:lvl5pPr>
            <a:lvl6pPr>
              <a:defRPr sz="1425" b="0">
                <a:solidFill>
                  <a:srgbClr val="14223F"/>
                </a:solidFill>
              </a:defRPr>
            </a:lvl6pPr>
            <a:lvl7pPr>
              <a:defRPr sz="1425" b="0">
                <a:solidFill>
                  <a:srgbClr val="14223F"/>
                </a:solidFill>
              </a:defRPr>
            </a:lvl7pPr>
            <a:lvl8pPr>
              <a:defRPr sz="1425" b="0">
                <a:solidFill>
                  <a:srgbClr val="14223F"/>
                </a:solidFill>
              </a:defRPr>
            </a:lvl8pPr>
            <a:lvl9pPr>
              <a:defRPr sz="1425" b="0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4223F"/>
                </a:solidFill>
              </a:defRPr>
            </a:pPr>
            <a:r>
              <a:rPr sz="1425" b="0">
                <a:solidFill>
                  <a:srgbClr val="14223F"/>
                </a:solidFill>
              </a:rPr>
              <a:t>Affected records</a:t>
            </a:r>
          </a:p>
          <a:p xmlns:a="http://schemas.openxmlformats.org/drawingml/2006/main">
            <a:pPr>
              <a:defRPr sz="1425" b="0">
                <a:solidFill>
                  <a:srgbClr val="14223F"/>
                </a:solidFill>
              </a:defRPr>
            </a:pPr>
            <a:r>
              <a:rPr sz="1425" b="0">
                <a:solidFill>
                  <a:srgbClr val="14223F"/>
                </a:solidFill>
              </a:rPr>
              <a:t>Owner and priority</a:t>
            </a:r>
          </a:p>
          <a:p xmlns:a="http://schemas.openxmlformats.org/drawingml/2006/main">
            <a:pPr>
              <a:defRPr sz="1425" b="0">
                <a:solidFill>
                  <a:srgbClr val="14223F"/>
                </a:solidFill>
              </a:defRPr>
            </a:pPr>
            <a:r>
              <a:rPr sz="1425" b="0">
                <a:solidFill>
                  <a:srgbClr val="14223F"/>
                </a:solidFill>
              </a:rPr>
              <a:t>Next action and due date</a:t>
            </a:r>
          </a:p>
          <a:p xmlns:a="http://schemas.openxmlformats.org/drawingml/2006/main">
            <a:pPr>
              <a:defRPr sz="1425" b="0">
                <a:solidFill>
                  <a:srgbClr val="14223F"/>
                </a:solidFill>
              </a:defRPr>
            </a:pPr>
            <a:r>
              <a:rPr sz="1425" b="0">
                <a:solidFill>
                  <a:srgbClr val="14223F"/>
                </a:solidFill>
              </a:rPr>
              <a:t>Status and event history</a:t>
            </a:r>
          </a:p>
          <a:p xmlns:a="http://schemas.openxmlformats.org/drawingml/2006/main">
            <a:pPr>
              <a:defRPr sz="1425" b="0">
                <a:solidFill>
                  <a:srgbClr val="14223F"/>
                </a:solidFill>
              </a:defRPr>
            </a:pPr>
            <a:r>
              <a:rPr sz="1425" b="0">
                <a:solidFill>
                  <a:srgbClr val="14223F"/>
                </a:solidFill>
              </a:rPr>
              <a:t>Manual Jira 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B3AD1-848C-4026-86B6-C35FB495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29200"/>
            <a:ext cx="30480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0D8A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759AD-2B5F-4411-9CA1-6DD7ABB8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10175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4223F"/>
                </a:solidFill>
              </a:defRPr>
            </a:defPPr>
            <a:lvl1pPr>
              <a:defRPr sz="1200" b="1">
                <a:solidFill>
                  <a:srgbClr val="14223F"/>
                </a:solidFill>
              </a:defRPr>
            </a:lvl1pPr>
            <a:lvl2pPr>
              <a:defRPr sz="1200" b="1">
                <a:solidFill>
                  <a:srgbClr val="14223F"/>
                </a:solidFill>
              </a:defRPr>
            </a:lvl2pPr>
            <a:lvl3pPr>
              <a:defRPr sz="1200" b="1">
                <a:solidFill>
                  <a:srgbClr val="14223F"/>
                </a:solidFill>
              </a:defRPr>
            </a:lvl3pPr>
            <a:lvl4pPr>
              <a:defRPr sz="1200" b="1">
                <a:solidFill>
                  <a:srgbClr val="14223F"/>
                </a:solidFill>
              </a:defRPr>
            </a:lvl4pPr>
            <a:lvl5pPr>
              <a:defRPr sz="1200" b="1">
                <a:solidFill>
                  <a:srgbClr val="14223F"/>
                </a:solidFill>
              </a:defRPr>
            </a:lvl5pPr>
            <a:lvl6pPr>
              <a:defRPr sz="1200" b="1">
                <a:solidFill>
                  <a:srgbClr val="14223F"/>
                </a:solidFill>
              </a:defRPr>
            </a:lvl6pPr>
            <a:lvl7pPr>
              <a:defRPr sz="1200" b="1">
                <a:solidFill>
                  <a:srgbClr val="14223F"/>
                </a:solidFill>
              </a:defRPr>
            </a:lvl7pPr>
            <a:lvl8pPr>
              <a:defRPr sz="1200" b="1">
                <a:solidFill>
                  <a:srgbClr val="14223F"/>
                </a:solidFill>
              </a:defRPr>
            </a:lvl8pPr>
            <a:lvl9pPr>
              <a:defRPr sz="120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223F"/>
                </a:solidFill>
              </a:defRPr>
            </a:pPr>
            <a:r>
              <a:rPr sz="1200" b="1">
                <a:solidFill>
                  <a:srgbClr val="14223F"/>
                </a:solidFill>
              </a:rPr>
              <a:t>Handover and coverage help teams transfer context.</a:t>
            </a:r>
          </a:p>
        </p:txBody>
      </p:sp>
    </p:spTree>
    <p:extLst>
      <p:ext uri="{BB962C8B-B14F-4D97-AF65-F5344CB8AC3E}">
        <p14:creationId xmlns:p14="http://schemas.microsoft.com/office/powerpoint/2010/main" val="8377018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C0F8B-51BA-4A6C-B586-EC48BB2D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83EE2-973A-4583-A8CB-DE3AFAA3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Contract measures follow recorded terms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60F66-5622-4B76-BB68-DAE8F904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89AE6-F6D7-4C7D-A43F-4F3EDE1F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Internal marketing draft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6CA22-85DF-43DF-A078-8DD9F710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74686-1B3A-4D81-A280-BC35274C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A1293-0A0D-4AFC-8269-4147AEF5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587E4-6B18-45D4-91AB-47C55898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1  Confirm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FC26B-878F-4017-90DC-8BA48706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28384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Contract, effective dates and case applicability.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7F8C9-D3B2-4C83-9648-2FACA3F2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7E3E5-CBC9-492C-A0E5-EE50D01D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E643C-B002-4DEA-AAD3-257908B8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717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2  Record the 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F75BE-968B-4D84-B246-5671824A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90800"/>
            <a:ext cx="28384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The case keeps a snapshot of applicable targets.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7EF7A-9889-4D66-9948-CC4B73B3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D12BD-001B-4801-AA3E-8AADA90E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49564-F19B-439E-9B28-740D774D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717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3  Review the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B4643-487E-4573-A7B6-28EF78EF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90800"/>
            <a:ext cx="28384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Check response, resolution and recorded events.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F918C-995C-48E2-B2B5-98527D01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223F"/>
                </a:solidFill>
              </a:defRPr>
            </a:defPPr>
            <a:lvl1pPr>
              <a:defRPr sz="1725" b="1">
                <a:solidFill>
                  <a:srgbClr val="14223F"/>
                </a:solidFill>
              </a:defRPr>
            </a:lvl1pPr>
            <a:lvl2pPr>
              <a:defRPr sz="1725" b="1">
                <a:solidFill>
                  <a:srgbClr val="14223F"/>
                </a:solidFill>
              </a:defRPr>
            </a:lvl2pPr>
            <a:lvl3pPr>
              <a:defRPr sz="1725" b="1">
                <a:solidFill>
                  <a:srgbClr val="14223F"/>
                </a:solidFill>
              </a:defRPr>
            </a:lvl3pPr>
            <a:lvl4pPr>
              <a:defRPr sz="1725" b="1">
                <a:solidFill>
                  <a:srgbClr val="14223F"/>
                </a:solidFill>
              </a:defRPr>
            </a:lvl4pPr>
            <a:lvl5pPr>
              <a:defRPr sz="1725" b="1">
                <a:solidFill>
                  <a:srgbClr val="14223F"/>
                </a:solidFill>
              </a:defRPr>
            </a:lvl5pPr>
            <a:lvl6pPr>
              <a:defRPr sz="1725" b="1">
                <a:solidFill>
                  <a:srgbClr val="14223F"/>
                </a:solidFill>
              </a:defRPr>
            </a:lvl6pPr>
            <a:lvl7pPr>
              <a:defRPr sz="1725" b="1">
                <a:solidFill>
                  <a:srgbClr val="14223F"/>
                </a:solidFill>
              </a:defRPr>
            </a:lvl7pPr>
            <a:lvl8pPr>
              <a:defRPr sz="1725" b="1">
                <a:solidFill>
                  <a:srgbClr val="14223F"/>
                </a:solidFill>
              </a:defRPr>
            </a:lvl8pPr>
            <a:lvl9pPr>
              <a:defRPr sz="17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23F"/>
                </a:solidFill>
              </a:defRPr>
            </a:pPr>
            <a:r>
              <a:rPr sz="1725" b="1">
                <a:solidFill>
                  <a:srgbClr val="14223F"/>
                </a:solidFill>
              </a:rPr>
              <a:t>Penalty assessments support operational review; they do not issue credits or payments.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2BAFD-6313-4546-B527-BF610B86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177"/>
                </a:solidFill>
              </a:defRPr>
            </a:defPPr>
            <a:lvl1pPr>
              <a:defRPr sz="1275" b="0">
                <a:solidFill>
                  <a:srgbClr val="536177"/>
                </a:solidFill>
              </a:defRPr>
            </a:lvl1pPr>
            <a:lvl2pPr>
              <a:defRPr sz="1275" b="0">
                <a:solidFill>
                  <a:srgbClr val="536177"/>
                </a:solidFill>
              </a:defRPr>
            </a:lvl2pPr>
            <a:lvl3pPr>
              <a:defRPr sz="1275" b="0">
                <a:solidFill>
                  <a:srgbClr val="536177"/>
                </a:solidFill>
              </a:defRPr>
            </a:lvl3pPr>
            <a:lvl4pPr>
              <a:defRPr sz="1275" b="0">
                <a:solidFill>
                  <a:srgbClr val="536177"/>
                </a:solidFill>
              </a:defRPr>
            </a:lvl4pPr>
            <a:lvl5pPr>
              <a:defRPr sz="1275" b="0">
                <a:solidFill>
                  <a:srgbClr val="536177"/>
                </a:solidFill>
              </a:defRPr>
            </a:lvl5pPr>
            <a:lvl6pPr>
              <a:defRPr sz="1275" b="0">
                <a:solidFill>
                  <a:srgbClr val="536177"/>
                </a:solidFill>
              </a:defRPr>
            </a:lvl6pPr>
            <a:lvl7pPr>
              <a:defRPr sz="1275" b="0">
                <a:solidFill>
                  <a:srgbClr val="536177"/>
                </a:solidFill>
              </a:defRPr>
            </a:lvl7pPr>
            <a:lvl8pPr>
              <a:defRPr sz="1275" b="0">
                <a:solidFill>
                  <a:srgbClr val="536177"/>
                </a:solidFill>
              </a:defRPr>
            </a:lvl8pPr>
            <a:lvl9pPr>
              <a:defRPr sz="1275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177"/>
                </a:solidFill>
              </a:defRPr>
            </a:pPr>
            <a:r>
              <a:rPr sz="1275" b="0">
                <a:solidFill>
                  <a:srgbClr val="536177"/>
                </a:solidFill>
              </a:rPr>
              <a:t>Public holiday calendars are not modeled in the documented calculation baseline.</a:t>
            </a:r>
          </a:p>
        </p:txBody>
      </p:sp>
    </p:spTree>
    <p:extLst>
      <p:ext uri="{BB962C8B-B14F-4D97-AF65-F5344CB8AC3E}">
        <p14:creationId xmlns:p14="http://schemas.microsoft.com/office/powerpoint/2010/main" val="1723413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CB23E-5A0D-4219-9AA8-F0EB9B60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9BF7C-3A3D-4EE8-AE83-2F5D8E6A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Reporting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8426B-59B7-45CB-8318-A1AAD00A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5E8EC-C879-43A8-B72E-627EC1E5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Internal marketing draft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29F9A-40B1-4DDA-B4B0-FA15ECC7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8B15F-B8BA-4877-9988-D30C5F27FA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ec21560ad40d4"/>
          <a:stretch xmlns:a="http://schemas.openxmlformats.org/drawingml/2006/main"/>
        </p:blipFill>
        <p:spPr>
          <a:xfrm xmlns:a="http://schemas.openxmlformats.org/drawingml/2006/main">
            <a:off x="685800" y="1619250"/>
            <a:ext cx="6096000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74D74-9C86-4BE9-850B-3339EC14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A78D6"/>
                </a:solidFill>
              </a:defRPr>
            </a:defPPr>
            <a:lvl1pPr>
              <a:defRPr sz="1875" b="1">
                <a:solidFill>
                  <a:srgbClr val="2A78D6"/>
                </a:solidFill>
              </a:defRPr>
            </a:lvl1pPr>
            <a:lvl2pPr>
              <a:defRPr sz="1875" b="1">
                <a:solidFill>
                  <a:srgbClr val="2A78D6"/>
                </a:solidFill>
              </a:defRPr>
            </a:lvl2pPr>
            <a:lvl3pPr>
              <a:defRPr sz="1875" b="1">
                <a:solidFill>
                  <a:srgbClr val="2A78D6"/>
                </a:solidFill>
              </a:defRPr>
            </a:lvl3pPr>
            <a:lvl4pPr>
              <a:defRPr sz="1875" b="1">
                <a:solidFill>
                  <a:srgbClr val="2A78D6"/>
                </a:solidFill>
              </a:defRPr>
            </a:lvl4pPr>
            <a:lvl5pPr>
              <a:defRPr sz="1875" b="1">
                <a:solidFill>
                  <a:srgbClr val="2A78D6"/>
                </a:solidFill>
              </a:defRPr>
            </a:lvl5pPr>
            <a:lvl6pPr>
              <a:defRPr sz="1875" b="1">
                <a:solidFill>
                  <a:srgbClr val="2A78D6"/>
                </a:solidFill>
              </a:defRPr>
            </a:lvl6pPr>
            <a:lvl7pPr>
              <a:defRPr sz="1875" b="1">
                <a:solidFill>
                  <a:srgbClr val="2A78D6"/>
                </a:solidFill>
              </a:defRPr>
            </a:lvl7pPr>
            <a:lvl8pPr>
              <a:defRPr sz="1875" b="1">
                <a:solidFill>
                  <a:srgbClr val="2A78D6"/>
                </a:solidFill>
              </a:defRPr>
            </a:lvl8pPr>
            <a:lvl9pPr>
              <a:defRPr sz="187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78D6"/>
                </a:solidFill>
              </a:defRPr>
            </a:pPr>
            <a:r>
              <a:rPr sz="1875" b="1">
                <a:solidFill>
                  <a:srgbClr val="2A78D6"/>
                </a:solidFill>
              </a:rPr>
              <a:t>Preview, filter and export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E9D82-E29C-4657-AF82-14608DC2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23F"/>
                </a:solidFill>
              </a:defRPr>
            </a:defPPr>
            <a:lvl1pPr>
              <a:defRPr sz="1350" b="0">
                <a:solidFill>
                  <a:srgbClr val="14223F"/>
                </a:solidFill>
              </a:defRPr>
            </a:lvl1pPr>
            <a:lvl2pPr>
              <a:defRPr sz="1350" b="0">
                <a:solidFill>
                  <a:srgbClr val="14223F"/>
                </a:solidFill>
              </a:defRPr>
            </a:lvl2pPr>
            <a:lvl3pPr>
              <a:defRPr sz="1350" b="0">
                <a:solidFill>
                  <a:srgbClr val="14223F"/>
                </a:solidFill>
              </a:defRPr>
            </a:lvl3pPr>
            <a:lvl4pPr>
              <a:defRPr sz="1350" b="0">
                <a:solidFill>
                  <a:srgbClr val="14223F"/>
                </a:solidFill>
              </a:defRPr>
            </a:lvl4pPr>
            <a:lvl5pPr>
              <a:defRPr sz="1350" b="0">
                <a:solidFill>
                  <a:srgbClr val="14223F"/>
                </a:solidFill>
              </a:defRPr>
            </a:lvl5pPr>
            <a:lvl6pPr>
              <a:defRPr sz="1350" b="0">
                <a:solidFill>
                  <a:srgbClr val="14223F"/>
                </a:solidFill>
              </a:defRPr>
            </a:lvl6pPr>
            <a:lvl7pPr>
              <a:defRPr sz="1350" b="0">
                <a:solidFill>
                  <a:srgbClr val="14223F"/>
                </a:solidFill>
              </a:defRPr>
            </a:lvl7pPr>
            <a:lvl8pPr>
              <a:defRPr sz="1350" b="0">
                <a:solidFill>
                  <a:srgbClr val="14223F"/>
                </a:solidFill>
              </a:defRPr>
            </a:lvl8pPr>
            <a:lvl9pPr>
              <a:defRPr sz="1350" b="0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Server-validated filters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Access-scoped preview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CSV and Excel exports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Export history and schedules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In-hub notifications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D5359E51-F149-41B9-B638-BB2A1C638090}"/>
              </a:ext>
            </a:extLst>
          </p:cNvPr>
          <p:cNvGraphicFramePr/>
          <p:nvPr/>
        </p:nvGraphicFramePr>
        <p:xfrm>
          <a:off xmlns:a="http://schemas.openxmlformats.org/drawingml/2006/main" x="7191375" y="3667125"/>
          <a:ext xmlns:a="http://schemas.openxmlformats.org/drawingml/2006/main" cx="430530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1f043601a74207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A44BA-4EA6-4C9F-A6AB-36867E4E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9340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177"/>
                </a:solidFill>
              </a:defRPr>
            </a:defPPr>
            <a:lvl1pPr>
              <a:defRPr sz="975" b="0">
                <a:solidFill>
                  <a:srgbClr val="536177"/>
                </a:solidFill>
              </a:defRPr>
            </a:lvl1pPr>
            <a:lvl2pPr>
              <a:defRPr sz="975" b="0">
                <a:solidFill>
                  <a:srgbClr val="536177"/>
                </a:solidFill>
              </a:defRPr>
            </a:lvl2pPr>
            <a:lvl3pPr>
              <a:defRPr sz="975" b="0">
                <a:solidFill>
                  <a:srgbClr val="536177"/>
                </a:solidFill>
              </a:defRPr>
            </a:lvl3pPr>
            <a:lvl4pPr>
              <a:defRPr sz="975" b="0">
                <a:solidFill>
                  <a:srgbClr val="536177"/>
                </a:solidFill>
              </a:defRPr>
            </a:lvl4pPr>
            <a:lvl5pPr>
              <a:defRPr sz="975" b="0">
                <a:solidFill>
                  <a:srgbClr val="536177"/>
                </a:solidFill>
              </a:defRPr>
            </a:lvl5pPr>
            <a:lvl6pPr>
              <a:defRPr sz="975" b="0">
                <a:solidFill>
                  <a:srgbClr val="536177"/>
                </a:solidFill>
              </a:defRPr>
            </a:lvl6pPr>
            <a:lvl7pPr>
              <a:defRPr sz="975" b="0">
                <a:solidFill>
                  <a:srgbClr val="536177"/>
                </a:solidFill>
              </a:defRPr>
            </a:lvl7pPr>
            <a:lvl8pPr>
              <a:defRPr sz="975" b="0">
                <a:solidFill>
                  <a:srgbClr val="536177"/>
                </a:solidFill>
              </a:defRPr>
            </a:lvl8pPr>
            <a:lvl9pPr>
              <a:defRPr sz="975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177"/>
                </a:solidFill>
              </a:defRPr>
            </a:pPr>
            <a:r>
              <a:rPr sz="975" b="0">
                <a:solidFill>
                  <a:srgbClr val="536177"/>
                </a:solidFill>
              </a:rPr>
              <a:t>Example data only. No customer or performance claim.</a:t>
            </a:r>
          </a:p>
        </p:txBody>
      </p:sp>
    </p:spTree>
    <p:extLst>
      <p:ext uri="{BB962C8B-B14F-4D97-AF65-F5344CB8AC3E}">
        <p14:creationId xmlns:p14="http://schemas.microsoft.com/office/powerpoint/2010/main" val="349337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53B020-E64F-4772-A6D6-1883BC4D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C87B8-128E-44B7-85C2-AD1DAF56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A controlled application and data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6B3AB-7736-4090-A1A0-050DA420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B3AE8-0EFB-49E1-90A8-8EB06A3F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Internal marketing draft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7B028-4F39-4C53-AD22-B3066789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12330-BC6C-4744-A8FC-76837C97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DOCUMENTED PRODUCTION 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7FD7C-B4C2-425F-92A8-506B9CD3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191A1-D1A2-43A5-AF4F-5647EBC5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CDD84-F9DC-48C3-814D-3835466D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IIS and ASP.NET 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C6F52-BBE3-4962-B251-4453CD14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One web application serves the React interface and 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C15B1-1224-4F91-8DA2-1A1250C4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5740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B68D4-9FAC-4F03-B617-CF3F4EEB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574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F27DD-6914-43F4-87F0-E70663E2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288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SQL 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405B9-5D8E-491B-84FC-F884EF71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Relational records, access data, audit and reporting metadata.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6F9A3-351C-4EE4-8169-FEBEB835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5740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F0705-3877-4AE5-911B-EC23A227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574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1DE484-99CC-424B-9E0F-29E19CCE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288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File 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0D312-2355-435F-B8D1-BDE41D57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Attachments and exports need matching access and backup controls.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327BA-9E90-45C5-BE39-8F002116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A78D6"/>
                </a:solidFill>
              </a:defRPr>
            </a:defPPr>
            <a:lvl1pPr>
              <a:defRPr sz="1875" b="1">
                <a:solidFill>
                  <a:srgbClr val="2A78D6"/>
                </a:solidFill>
              </a:defRPr>
            </a:lvl1pPr>
            <a:lvl2pPr>
              <a:defRPr sz="1875" b="1">
                <a:solidFill>
                  <a:srgbClr val="2A78D6"/>
                </a:solidFill>
              </a:defRPr>
            </a:lvl2pPr>
            <a:lvl3pPr>
              <a:defRPr sz="1875" b="1">
                <a:solidFill>
                  <a:srgbClr val="2A78D6"/>
                </a:solidFill>
              </a:defRPr>
            </a:lvl3pPr>
            <a:lvl4pPr>
              <a:defRPr sz="1875" b="1">
                <a:solidFill>
                  <a:srgbClr val="2A78D6"/>
                </a:solidFill>
              </a:defRPr>
            </a:lvl4pPr>
            <a:lvl5pPr>
              <a:defRPr sz="1875" b="1">
                <a:solidFill>
                  <a:srgbClr val="2A78D6"/>
                </a:solidFill>
              </a:defRPr>
            </a:lvl5pPr>
            <a:lvl6pPr>
              <a:defRPr sz="1875" b="1">
                <a:solidFill>
                  <a:srgbClr val="2A78D6"/>
                </a:solidFill>
              </a:defRPr>
            </a:lvl6pPr>
            <a:lvl7pPr>
              <a:defRPr sz="1875" b="1">
                <a:solidFill>
                  <a:srgbClr val="2A78D6"/>
                </a:solidFill>
              </a:defRPr>
            </a:lvl7pPr>
            <a:lvl8pPr>
              <a:defRPr sz="1875" b="1">
                <a:solidFill>
                  <a:srgbClr val="2A78D6"/>
                </a:solidFill>
              </a:defRPr>
            </a:lvl8pPr>
            <a:lvl9pPr>
              <a:defRPr sz="187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78D6"/>
                </a:solidFill>
              </a:defRPr>
            </a:pPr>
            <a:r>
              <a:rPr sz="1875" b="1">
                <a:solidFill>
                  <a:srgbClr val="2A78D6"/>
                </a:solidFill>
              </a:rPr>
              <a:t>Release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37B78-6F33-487A-96E0-2AC034E2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00575"/>
            <a:ext cx="695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4223F"/>
                </a:solidFill>
              </a:defRPr>
            </a:defPPr>
            <a:lvl1pPr>
              <a:defRPr sz="1575" b="0">
                <a:solidFill>
                  <a:srgbClr val="14223F"/>
                </a:solidFill>
              </a:defRPr>
            </a:lvl1pPr>
            <a:lvl2pPr>
              <a:defRPr sz="1575" b="0">
                <a:solidFill>
                  <a:srgbClr val="14223F"/>
                </a:solidFill>
              </a:defRPr>
            </a:lvl2pPr>
            <a:lvl3pPr>
              <a:defRPr sz="1575" b="0">
                <a:solidFill>
                  <a:srgbClr val="14223F"/>
                </a:solidFill>
              </a:defRPr>
            </a:lvl3pPr>
            <a:lvl4pPr>
              <a:defRPr sz="1575" b="0">
                <a:solidFill>
                  <a:srgbClr val="14223F"/>
                </a:solidFill>
              </a:defRPr>
            </a:lvl4pPr>
            <a:lvl5pPr>
              <a:defRPr sz="1575" b="0">
                <a:solidFill>
                  <a:srgbClr val="14223F"/>
                </a:solidFill>
              </a:defRPr>
            </a:lvl5pPr>
            <a:lvl6pPr>
              <a:defRPr sz="1575" b="0">
                <a:solidFill>
                  <a:srgbClr val="14223F"/>
                </a:solidFill>
              </a:defRPr>
            </a:lvl6pPr>
            <a:lvl7pPr>
              <a:defRPr sz="1575" b="0">
                <a:solidFill>
                  <a:srgbClr val="14223F"/>
                </a:solidFill>
              </a:defRPr>
            </a:lvl7pPr>
            <a:lvl8pPr>
              <a:defRPr sz="1575" b="0">
                <a:solidFill>
                  <a:srgbClr val="14223F"/>
                </a:solidFill>
              </a:defRPr>
            </a:lvl8pPr>
            <a:lvl9pPr>
              <a:defRPr sz="1575" b="0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23F"/>
                </a:solidFill>
              </a:defRPr>
            </a:pPr>
            <a:r>
              <a:rPr sz="1575" b="0">
                <a:solidFill>
                  <a:srgbClr val="14223F"/>
                </a:solidFill>
              </a:rPr>
              <a:t>Match application and schema versions. DBA applies the reviewed script. Validate readiness, access, key workflows and recovery.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47122E-3A9E-4E1A-8C27-104E7EB9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177"/>
                </a:solidFill>
              </a:defRPr>
            </a:defPPr>
            <a:lvl1pPr>
              <a:defRPr sz="1200" b="0">
                <a:solidFill>
                  <a:srgbClr val="536177"/>
                </a:solidFill>
              </a:defRPr>
            </a:lvl1pPr>
            <a:lvl2pPr>
              <a:defRPr sz="1200" b="0">
                <a:solidFill>
                  <a:srgbClr val="536177"/>
                </a:solidFill>
              </a:defRPr>
            </a:lvl2pPr>
            <a:lvl3pPr>
              <a:defRPr sz="1200" b="0">
                <a:solidFill>
                  <a:srgbClr val="536177"/>
                </a:solidFill>
              </a:defRPr>
            </a:lvl3pPr>
            <a:lvl4pPr>
              <a:defRPr sz="1200" b="0">
                <a:solidFill>
                  <a:srgbClr val="536177"/>
                </a:solidFill>
              </a:defRPr>
            </a:lvl4pPr>
            <a:lvl5pPr>
              <a:defRPr sz="1200" b="0">
                <a:solidFill>
                  <a:srgbClr val="536177"/>
                </a:solidFill>
              </a:defRPr>
            </a:lvl5pPr>
            <a:lvl6pPr>
              <a:defRPr sz="1200" b="0">
                <a:solidFill>
                  <a:srgbClr val="536177"/>
                </a:solidFill>
              </a:defRPr>
            </a:lvl6pPr>
            <a:lvl7pPr>
              <a:defRPr sz="1200" b="0">
                <a:solidFill>
                  <a:srgbClr val="536177"/>
                </a:solidFill>
              </a:defRPr>
            </a:lvl7pPr>
            <a:lvl8pPr>
              <a:defRPr sz="1200" b="0">
                <a:solidFill>
                  <a:srgbClr val="536177"/>
                </a:solidFill>
              </a:defRPr>
            </a:lvl8pPr>
            <a:lvl9pPr>
              <a:defRPr sz="12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177"/>
                </a:solidFill>
              </a:defRPr>
            </a:pPr>
            <a:r>
              <a:rPr sz="1200" b="0">
                <a:solidFill>
                  <a:srgbClr val="536177"/>
                </a:solidFill>
              </a:rPr>
              <a:t>No hosted CI pipeline, tenant isolation, or safe horizontal scale-out is established by this design.</a:t>
            </a:r>
          </a:p>
        </p:txBody>
      </p:sp>
    </p:spTree>
    <p:extLst>
      <p:ext uri="{BB962C8B-B14F-4D97-AF65-F5344CB8AC3E}">
        <p14:creationId xmlns:p14="http://schemas.microsoft.com/office/powerpoint/2010/main" val="10277668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B2216-6847-474F-9FF8-FE434D1C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8995D-30ED-4872-8DA2-315A9A1D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Pilot fit depends on operating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3FEBE-08FA-4781-8907-11C0BFC9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D8B49-D654-4897-942B-7336D9BC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Internal marketing draft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52D70-76DD-41CA-9F68-AFBDADC5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E263D-AA57-4669-8FAE-1349BAAD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A78D6"/>
                </a:solidFill>
              </a:defRPr>
            </a:defPPr>
            <a:lvl1pPr>
              <a:defRPr sz="2025" b="1">
                <a:solidFill>
                  <a:srgbClr val="2A78D6"/>
                </a:solidFill>
              </a:defRPr>
            </a:lvl1pPr>
            <a:lvl2pPr>
              <a:defRPr sz="2025" b="1">
                <a:solidFill>
                  <a:srgbClr val="2A78D6"/>
                </a:solidFill>
              </a:defRPr>
            </a:lvl2pPr>
            <a:lvl3pPr>
              <a:defRPr sz="2025" b="1">
                <a:solidFill>
                  <a:srgbClr val="2A78D6"/>
                </a:solidFill>
              </a:defRPr>
            </a:lvl3pPr>
            <a:lvl4pPr>
              <a:defRPr sz="2025" b="1">
                <a:solidFill>
                  <a:srgbClr val="2A78D6"/>
                </a:solidFill>
              </a:defRPr>
            </a:lvl4pPr>
            <a:lvl5pPr>
              <a:defRPr sz="2025" b="1">
                <a:solidFill>
                  <a:srgbClr val="2A78D6"/>
                </a:solidFill>
              </a:defRPr>
            </a:lvl5pPr>
            <a:lvl6pPr>
              <a:defRPr sz="2025" b="1">
                <a:solidFill>
                  <a:srgbClr val="2A78D6"/>
                </a:solidFill>
              </a:defRPr>
            </a:lvl6pPr>
            <a:lvl7pPr>
              <a:defRPr sz="2025" b="1">
                <a:solidFill>
                  <a:srgbClr val="2A78D6"/>
                </a:solidFill>
              </a:defRPr>
            </a:lvl7pPr>
            <a:lvl8pPr>
              <a:defRPr sz="2025" b="1">
                <a:solidFill>
                  <a:srgbClr val="2A78D6"/>
                </a:solidFill>
              </a:defRPr>
            </a:lvl8pPr>
            <a:lvl9pPr>
              <a:defRPr sz="20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A78D6"/>
                </a:solidFill>
              </a:defRPr>
            </a:pPr>
            <a:r>
              <a:rPr sz="2025" b="1">
                <a:solidFill>
                  <a:srgbClr val="2A78D6"/>
                </a:solidFill>
              </a:rPr>
              <a:t>A useful candidate can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942AB-7AAC-466D-B4EA-D408EE9F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4223F"/>
                </a:solidFill>
              </a:defRPr>
            </a:defPPr>
            <a:lvl1pPr>
              <a:defRPr sz="1500" b="0">
                <a:solidFill>
                  <a:srgbClr val="14223F"/>
                </a:solidFill>
              </a:defRPr>
            </a:lvl1pPr>
            <a:lvl2pPr>
              <a:defRPr sz="1500" b="0">
                <a:solidFill>
                  <a:srgbClr val="14223F"/>
                </a:solidFill>
              </a:defRPr>
            </a:lvl2pPr>
            <a:lvl3pPr>
              <a:defRPr sz="1500" b="0">
                <a:solidFill>
                  <a:srgbClr val="14223F"/>
                </a:solidFill>
              </a:defRPr>
            </a:lvl3pPr>
            <a:lvl4pPr>
              <a:defRPr sz="1500" b="0">
                <a:solidFill>
                  <a:srgbClr val="14223F"/>
                </a:solidFill>
              </a:defRPr>
            </a:lvl4pPr>
            <a:lvl5pPr>
              <a:defRPr sz="1500" b="0">
                <a:solidFill>
                  <a:srgbClr val="14223F"/>
                </a:solidFill>
              </a:defRPr>
            </a:lvl5pPr>
            <a:lvl6pPr>
              <a:defRPr sz="1500" b="0">
                <a:solidFill>
                  <a:srgbClr val="14223F"/>
                </a:solidFill>
              </a:defRPr>
            </a:lvl6pPr>
            <a:lvl7pPr>
              <a:defRPr sz="1500" b="0">
                <a:solidFill>
                  <a:srgbClr val="14223F"/>
                </a:solidFill>
              </a:defRPr>
            </a:lvl7pPr>
            <a:lvl8pPr>
              <a:defRPr sz="1500" b="0">
                <a:solidFill>
                  <a:srgbClr val="14223F"/>
                </a:solidFill>
              </a:defRPr>
            </a:lvl8pPr>
            <a:lvl9pPr>
              <a:defRPr sz="1500" b="0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Name record owners and review cadence</a:t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Approve a business visibility model</a:t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Operate the documented deployment</a:t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Agree measures and acceptance scenarios</a:t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Provide support, backup and recovery owners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4E3ED-345C-42E6-A8FF-A731B42B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52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B7791F"/>
                </a:solidFill>
              </a:defRPr>
            </a:defPPr>
            <a:lvl1pPr>
              <a:defRPr sz="2025" b="1">
                <a:solidFill>
                  <a:srgbClr val="B7791F"/>
                </a:solidFill>
              </a:defRPr>
            </a:lvl1pPr>
            <a:lvl2pPr>
              <a:defRPr sz="2025" b="1">
                <a:solidFill>
                  <a:srgbClr val="B7791F"/>
                </a:solidFill>
              </a:defRPr>
            </a:lvl2pPr>
            <a:lvl3pPr>
              <a:defRPr sz="2025" b="1">
                <a:solidFill>
                  <a:srgbClr val="B7791F"/>
                </a:solidFill>
              </a:defRPr>
            </a:lvl3pPr>
            <a:lvl4pPr>
              <a:defRPr sz="2025" b="1">
                <a:solidFill>
                  <a:srgbClr val="B7791F"/>
                </a:solidFill>
              </a:defRPr>
            </a:lvl4pPr>
            <a:lvl5pPr>
              <a:defRPr sz="2025" b="1">
                <a:solidFill>
                  <a:srgbClr val="B7791F"/>
                </a:solidFill>
              </a:defRPr>
            </a:lvl5pPr>
            <a:lvl6pPr>
              <a:defRPr sz="2025" b="1">
                <a:solidFill>
                  <a:srgbClr val="B7791F"/>
                </a:solidFill>
              </a:defRPr>
            </a:lvl6pPr>
            <a:lvl7pPr>
              <a:defRPr sz="2025" b="1">
                <a:solidFill>
                  <a:srgbClr val="B7791F"/>
                </a:solidFill>
              </a:defRPr>
            </a:lvl7pPr>
            <a:lvl8pPr>
              <a:defRPr sz="2025" b="1">
                <a:solidFill>
                  <a:srgbClr val="B7791F"/>
                </a:solidFill>
              </a:defRPr>
            </a:lvl8pPr>
            <a:lvl9pPr>
              <a:defRPr sz="2025" b="1">
                <a:solidFill>
                  <a:srgbClr val="B7791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7791F"/>
                </a:solidFill>
              </a:defRPr>
            </a:pPr>
            <a:r>
              <a:rPr sz="2025" b="1">
                <a:solidFill>
                  <a:srgbClr val="B7791F"/>
                </a:solidFill>
              </a:rPr>
              <a:t>Resolve before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46DF1-50FF-412F-A12E-17A29F4C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4223F"/>
                </a:solidFill>
              </a:defRPr>
            </a:defPPr>
            <a:lvl1pPr>
              <a:defRPr sz="1500" b="0">
                <a:solidFill>
                  <a:srgbClr val="14223F"/>
                </a:solidFill>
              </a:defRPr>
            </a:lvl1pPr>
            <a:lvl2pPr>
              <a:defRPr sz="1500" b="0">
                <a:solidFill>
                  <a:srgbClr val="14223F"/>
                </a:solidFill>
              </a:defRPr>
            </a:lvl2pPr>
            <a:lvl3pPr>
              <a:defRPr sz="1500" b="0">
                <a:solidFill>
                  <a:srgbClr val="14223F"/>
                </a:solidFill>
              </a:defRPr>
            </a:lvl3pPr>
            <a:lvl4pPr>
              <a:defRPr sz="1500" b="0">
                <a:solidFill>
                  <a:srgbClr val="14223F"/>
                </a:solidFill>
              </a:defRPr>
            </a:lvl4pPr>
            <a:lvl5pPr>
              <a:defRPr sz="1500" b="0">
                <a:solidFill>
                  <a:srgbClr val="14223F"/>
                </a:solidFill>
              </a:defRPr>
            </a:lvl5pPr>
            <a:lvl6pPr>
              <a:defRPr sz="1500" b="0">
                <a:solidFill>
                  <a:srgbClr val="14223F"/>
                </a:solidFill>
              </a:defRPr>
            </a:lvl6pPr>
            <a:lvl7pPr>
              <a:defRPr sz="1500" b="0">
                <a:solidFill>
                  <a:srgbClr val="14223F"/>
                </a:solidFill>
              </a:defRPr>
            </a:lvl7pPr>
            <a:lvl8pPr>
              <a:defRPr sz="1500" b="0">
                <a:solidFill>
                  <a:srgbClr val="14223F"/>
                </a:solidFill>
              </a:defRPr>
            </a:lvl8pPr>
            <a:lvl9pPr>
              <a:defRPr sz="1500" b="0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Identity and MFA requirements</a:t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Data locations and retention</a:t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Integration expectations</a:t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Assurance evidence and legal roles</a:t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Support hours, RPO and RTO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D41BA-B595-4F66-8D13-0B78C7B9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6EA9A-DD64-4BCA-B045-3B0B8D5F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14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4223F"/>
                </a:solidFill>
              </a:defRPr>
            </a:defPPr>
            <a:lvl1pPr>
              <a:defRPr sz="1425" b="1">
                <a:solidFill>
                  <a:srgbClr val="14223F"/>
                </a:solidFill>
              </a:defRPr>
            </a:lvl1pPr>
            <a:lvl2pPr>
              <a:defRPr sz="1425" b="1">
                <a:solidFill>
                  <a:srgbClr val="14223F"/>
                </a:solidFill>
              </a:defRPr>
            </a:lvl2pPr>
            <a:lvl3pPr>
              <a:defRPr sz="1425" b="1">
                <a:solidFill>
                  <a:srgbClr val="14223F"/>
                </a:solidFill>
              </a:defRPr>
            </a:lvl3pPr>
            <a:lvl4pPr>
              <a:defRPr sz="1425" b="1">
                <a:solidFill>
                  <a:srgbClr val="14223F"/>
                </a:solidFill>
              </a:defRPr>
            </a:lvl4pPr>
            <a:lvl5pPr>
              <a:defRPr sz="1425" b="1">
                <a:solidFill>
                  <a:srgbClr val="14223F"/>
                </a:solidFill>
              </a:defRPr>
            </a:lvl5pPr>
            <a:lvl6pPr>
              <a:defRPr sz="1425" b="1">
                <a:solidFill>
                  <a:srgbClr val="14223F"/>
                </a:solidFill>
              </a:defRPr>
            </a:lvl6pPr>
            <a:lvl7pPr>
              <a:defRPr sz="1425" b="1">
                <a:solidFill>
                  <a:srgbClr val="14223F"/>
                </a:solidFill>
              </a:defRPr>
            </a:lvl7pPr>
            <a:lvl8pPr>
              <a:defRPr sz="1425" b="1">
                <a:solidFill>
                  <a:srgbClr val="14223F"/>
                </a:solidFill>
              </a:defRPr>
            </a:lvl8pPr>
            <a:lvl9pPr>
              <a:defRPr sz="14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23F"/>
                </a:solidFill>
              </a:defRPr>
            </a:pPr>
            <a:r>
              <a:rPr sz="1425" b="1">
                <a:solidFill>
                  <a:srgbClr val="14223F"/>
                </a:solidFill>
              </a:rPr>
              <a:t>A product demonstration is not a deployment approval or a customer outcome.</a:t>
            </a:r>
          </a:p>
        </p:txBody>
      </p:sp>
    </p:spTree>
    <p:extLst>
      <p:ext uri="{BB962C8B-B14F-4D97-AF65-F5344CB8AC3E}">
        <p14:creationId xmlns:p14="http://schemas.microsoft.com/office/powerpoint/2010/main" val="850532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B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10211-1019-41FB-9913-F8804EC0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8DBCF2"/>
                </a:solidFill>
              </a:defRPr>
            </a:defPPr>
            <a:lvl1pPr>
              <a:defRPr sz="1125" b="1">
                <a:solidFill>
                  <a:srgbClr val="8DBCF2"/>
                </a:solidFill>
              </a:defRPr>
            </a:lvl1pPr>
            <a:lvl2pPr>
              <a:defRPr sz="1125" b="1">
                <a:solidFill>
                  <a:srgbClr val="8DBCF2"/>
                </a:solidFill>
              </a:defRPr>
            </a:lvl2pPr>
            <a:lvl3pPr>
              <a:defRPr sz="1125" b="1">
                <a:solidFill>
                  <a:srgbClr val="8DBCF2"/>
                </a:solidFill>
              </a:defRPr>
            </a:lvl3pPr>
            <a:lvl4pPr>
              <a:defRPr sz="1125" b="1">
                <a:solidFill>
                  <a:srgbClr val="8DBCF2"/>
                </a:solidFill>
              </a:defRPr>
            </a:lvl4pPr>
            <a:lvl5pPr>
              <a:defRPr sz="1125" b="1">
                <a:solidFill>
                  <a:srgbClr val="8DBCF2"/>
                </a:solidFill>
              </a:defRPr>
            </a:lvl5pPr>
            <a:lvl6pPr>
              <a:defRPr sz="1125" b="1">
                <a:solidFill>
                  <a:srgbClr val="8DBCF2"/>
                </a:solidFill>
              </a:defRPr>
            </a:lvl6pPr>
            <a:lvl7pPr>
              <a:defRPr sz="1125" b="1">
                <a:solidFill>
                  <a:srgbClr val="8DBCF2"/>
                </a:solidFill>
              </a:defRPr>
            </a:lvl7pPr>
            <a:lvl8pPr>
              <a:defRPr sz="1125" b="1">
                <a:solidFill>
                  <a:srgbClr val="8DBCF2"/>
                </a:solidFill>
              </a:defRPr>
            </a:lvl8pPr>
            <a:lvl9pPr>
              <a:defRPr sz="1125" b="1">
                <a:solidFill>
                  <a:srgbClr val="8DBCF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8DBCF2"/>
                </a:solidFill>
              </a:defRPr>
            </a:pPr>
            <a:r>
              <a:rPr sz="1125" b="1">
                <a:solidFill>
                  <a:srgbClr val="8DBCF2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A4FD2-2B5D-4980-9A1B-70A1FF04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FFFFF"/>
                </a:solidFill>
              </a:defRPr>
            </a:defPPr>
            <a:lvl1pPr>
              <a:defRPr sz="2625" b="1">
                <a:solidFill>
                  <a:srgbClr val="FFFFFF"/>
                </a:solidFill>
              </a:defRPr>
            </a:lvl1pPr>
            <a:lvl2pPr>
              <a:defRPr sz="2625" b="1">
                <a:solidFill>
                  <a:srgbClr val="FFFFFF"/>
                </a:solidFill>
              </a:defRPr>
            </a:lvl2pPr>
            <a:lvl3pPr>
              <a:defRPr sz="2625" b="1">
                <a:solidFill>
                  <a:srgbClr val="FFFFFF"/>
                </a:solidFill>
              </a:defRPr>
            </a:lvl3pPr>
            <a:lvl4pPr>
              <a:defRPr sz="2625" b="1">
                <a:solidFill>
                  <a:srgbClr val="FFFFFF"/>
                </a:solidFill>
              </a:defRPr>
            </a:lvl4pPr>
            <a:lvl5pPr>
              <a:defRPr sz="2625" b="1">
                <a:solidFill>
                  <a:srgbClr val="FFFFFF"/>
                </a:solidFill>
              </a:defRPr>
            </a:lvl5pPr>
            <a:lvl6pPr>
              <a:defRPr sz="2625" b="1">
                <a:solidFill>
                  <a:srgbClr val="FFFFFF"/>
                </a:solidFill>
              </a:defRPr>
            </a:lvl6pPr>
            <a:lvl7pPr>
              <a:defRPr sz="2625" b="1">
                <a:solidFill>
                  <a:srgbClr val="FFFFFF"/>
                </a:solidFill>
              </a:defRPr>
            </a:lvl7pPr>
            <a:lvl8pPr>
              <a:defRPr sz="2625" b="1">
                <a:solidFill>
                  <a:srgbClr val="FFFFFF"/>
                </a:solidFill>
              </a:defRPr>
            </a:lvl8pPr>
            <a:lvl9pPr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Evaluate TIO Hub against real operating 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4AF13-0A03-47CF-97E6-6BBBD1FF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53DA4-D56D-4CA7-8B08-8AE34730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8C8DD"/>
                </a:solidFill>
              </a:defRPr>
            </a:defPPr>
            <a:lvl1pPr>
              <a:defRPr sz="900" b="0">
                <a:solidFill>
                  <a:srgbClr val="B8C8DD"/>
                </a:solidFill>
              </a:defRPr>
            </a:lvl1pPr>
            <a:lvl2pPr>
              <a:defRPr sz="900" b="0">
                <a:solidFill>
                  <a:srgbClr val="B8C8DD"/>
                </a:solidFill>
              </a:defRPr>
            </a:lvl2pPr>
            <a:lvl3pPr>
              <a:defRPr sz="900" b="0">
                <a:solidFill>
                  <a:srgbClr val="B8C8DD"/>
                </a:solidFill>
              </a:defRPr>
            </a:lvl3pPr>
            <a:lvl4pPr>
              <a:defRPr sz="900" b="0">
                <a:solidFill>
                  <a:srgbClr val="B8C8DD"/>
                </a:solidFill>
              </a:defRPr>
            </a:lvl4pPr>
            <a:lvl5pPr>
              <a:defRPr sz="900" b="0">
                <a:solidFill>
                  <a:srgbClr val="B8C8DD"/>
                </a:solidFill>
              </a:defRPr>
            </a:lvl5pPr>
            <a:lvl6pPr>
              <a:defRPr sz="900" b="0">
                <a:solidFill>
                  <a:srgbClr val="B8C8DD"/>
                </a:solidFill>
              </a:defRPr>
            </a:lvl6pPr>
            <a:lvl7pPr>
              <a:defRPr sz="900" b="0">
                <a:solidFill>
                  <a:srgbClr val="B8C8DD"/>
                </a:solidFill>
              </a:defRPr>
            </a:lvl7pPr>
            <a:lvl8pPr>
              <a:defRPr sz="900" b="0">
                <a:solidFill>
                  <a:srgbClr val="B8C8DD"/>
                </a:solidFill>
              </a:defRPr>
            </a:lvl8pPr>
            <a:lvl9pPr>
              <a:defRPr sz="900" b="0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B8C8DD"/>
                </a:solidFill>
              </a:defRPr>
            </a:pPr>
            <a:r>
              <a:rPr sz="900" b="0">
                <a:solidFill>
                  <a:srgbClr val="B8C8DD"/>
                </a:solidFill>
              </a:rPr>
              <a:t>TIO Operations Hub  |  Internal marketing draft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EAF6D-6CCE-4E4F-A08A-ECE117E8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8C8DD"/>
                </a:solidFill>
              </a:defRPr>
            </a:defPPr>
            <a:lvl1pPr>
              <a:defRPr sz="900" b="1">
                <a:solidFill>
                  <a:srgbClr val="B8C8DD"/>
                </a:solidFill>
              </a:defRPr>
            </a:lvl1pPr>
            <a:lvl2pPr>
              <a:defRPr sz="900" b="1">
                <a:solidFill>
                  <a:srgbClr val="B8C8DD"/>
                </a:solidFill>
              </a:defRPr>
            </a:lvl2pPr>
            <a:lvl3pPr>
              <a:defRPr sz="900" b="1">
                <a:solidFill>
                  <a:srgbClr val="B8C8DD"/>
                </a:solidFill>
              </a:defRPr>
            </a:lvl3pPr>
            <a:lvl4pPr>
              <a:defRPr sz="900" b="1">
                <a:solidFill>
                  <a:srgbClr val="B8C8DD"/>
                </a:solidFill>
              </a:defRPr>
            </a:lvl4pPr>
            <a:lvl5pPr>
              <a:defRPr sz="900" b="1">
                <a:solidFill>
                  <a:srgbClr val="B8C8DD"/>
                </a:solidFill>
              </a:defRPr>
            </a:lvl5pPr>
            <a:lvl6pPr>
              <a:defRPr sz="900" b="1">
                <a:solidFill>
                  <a:srgbClr val="B8C8DD"/>
                </a:solidFill>
              </a:defRPr>
            </a:lvl6pPr>
            <a:lvl7pPr>
              <a:defRPr sz="900" b="1">
                <a:solidFill>
                  <a:srgbClr val="B8C8DD"/>
                </a:solidFill>
              </a:defRPr>
            </a:lvl7pPr>
            <a:lvl8pPr>
              <a:defRPr sz="900" b="1">
                <a:solidFill>
                  <a:srgbClr val="B8C8DD"/>
                </a:solidFill>
              </a:defRPr>
            </a:lvl8pPr>
            <a:lvl9pPr>
              <a:defRPr sz="900" b="1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8C8DD"/>
                </a:solidFill>
              </a:defRPr>
            </a:pPr>
            <a:r>
              <a:rPr sz="900" b="1">
                <a:solidFill>
                  <a:srgbClr val="B8C8DD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F0D24-5CA0-4173-88F5-687BACE5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8DBCF2"/>
                </a:solidFill>
              </a:defRPr>
            </a:defPPr>
            <a:lvl1pPr>
              <a:defRPr sz="1800" b="1">
                <a:solidFill>
                  <a:srgbClr val="8DBCF2"/>
                </a:solidFill>
              </a:defRPr>
            </a:lvl1pPr>
            <a:lvl2pPr>
              <a:defRPr sz="1800" b="1">
                <a:solidFill>
                  <a:srgbClr val="8DBCF2"/>
                </a:solidFill>
              </a:defRPr>
            </a:lvl2pPr>
            <a:lvl3pPr>
              <a:defRPr sz="1800" b="1">
                <a:solidFill>
                  <a:srgbClr val="8DBCF2"/>
                </a:solidFill>
              </a:defRPr>
            </a:lvl3pPr>
            <a:lvl4pPr>
              <a:defRPr sz="1800" b="1">
                <a:solidFill>
                  <a:srgbClr val="8DBCF2"/>
                </a:solidFill>
              </a:defRPr>
            </a:lvl4pPr>
            <a:lvl5pPr>
              <a:defRPr sz="1800" b="1">
                <a:solidFill>
                  <a:srgbClr val="8DBCF2"/>
                </a:solidFill>
              </a:defRPr>
            </a:lvl5pPr>
            <a:lvl6pPr>
              <a:defRPr sz="1800" b="1">
                <a:solidFill>
                  <a:srgbClr val="8DBCF2"/>
                </a:solidFill>
              </a:defRPr>
            </a:lvl6pPr>
            <a:lvl7pPr>
              <a:defRPr sz="1800" b="1">
                <a:solidFill>
                  <a:srgbClr val="8DBCF2"/>
                </a:solidFill>
              </a:defRPr>
            </a:lvl7pPr>
            <a:lvl8pPr>
              <a:defRPr sz="1800" b="1">
                <a:solidFill>
                  <a:srgbClr val="8DBCF2"/>
                </a:solidFill>
              </a:defRPr>
            </a:lvl8pPr>
            <a:lvl9pPr>
              <a:defRPr sz="1800" b="1">
                <a:solidFill>
                  <a:srgbClr val="8DBCF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8DBCF2"/>
                </a:solidFill>
              </a:defRPr>
            </a:pPr>
            <a:r>
              <a:rPr sz="1800" b="1">
                <a:solidFill>
                  <a:srgbClr val="8DBCF2"/>
                </a:solidFill>
              </a:rPr>
              <a:t>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0C5A7-A80E-41D1-BC4E-C16B469C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FFFFF"/>
                </a:solidFill>
              </a:defRPr>
            </a:defPPr>
            <a:lvl1pPr>
              <a:defRPr sz="1425" b="0">
                <a:solidFill>
                  <a:srgbClr val="FFFFFF"/>
                </a:solidFill>
              </a:defRPr>
            </a:lvl1pPr>
            <a:lvl2pPr>
              <a:defRPr sz="1425" b="0">
                <a:solidFill>
                  <a:srgbClr val="FFFFFF"/>
                </a:solidFill>
              </a:defRPr>
            </a:lvl2pPr>
            <a:lvl3pPr>
              <a:defRPr sz="1425" b="0">
                <a:solidFill>
                  <a:srgbClr val="FFFFFF"/>
                </a:solidFill>
              </a:defRPr>
            </a:lvl3pPr>
            <a:lvl4pPr>
              <a:defRPr sz="1425" b="0">
                <a:solidFill>
                  <a:srgbClr val="FFFFFF"/>
                </a:solidFill>
              </a:defRPr>
            </a:lvl4pPr>
            <a:lvl5pPr>
              <a:defRPr sz="1425" b="0">
                <a:solidFill>
                  <a:srgbClr val="FFFFFF"/>
                </a:solidFill>
              </a:defRPr>
            </a:lvl5pPr>
            <a:lvl6pPr>
              <a:defRPr sz="1425" b="0">
                <a:solidFill>
                  <a:srgbClr val="FFFFFF"/>
                </a:solidFill>
              </a:defRPr>
            </a:lvl6pPr>
            <a:lvl7pPr>
              <a:defRPr sz="1425" b="0">
                <a:solidFill>
                  <a:srgbClr val="FFFFFF"/>
                </a:solidFill>
              </a:defRPr>
            </a:lvl7pPr>
            <a:lvl8pPr>
              <a:defRPr sz="1425" b="0">
                <a:solidFill>
                  <a:srgbClr val="FFFFFF"/>
                </a:solidFill>
              </a:defRPr>
            </a:lvl8pPr>
            <a:lvl9pPr>
              <a:defRPr sz="14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Identify the workflow and data boundary.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39498-DB52-4104-B733-958927F6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478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8DBCF2"/>
                </a:solidFill>
              </a:defRPr>
            </a:defPPr>
            <a:lvl1pPr>
              <a:defRPr sz="1800" b="1">
                <a:solidFill>
                  <a:srgbClr val="8DBCF2"/>
                </a:solidFill>
              </a:defRPr>
            </a:lvl1pPr>
            <a:lvl2pPr>
              <a:defRPr sz="1800" b="1">
                <a:solidFill>
                  <a:srgbClr val="8DBCF2"/>
                </a:solidFill>
              </a:defRPr>
            </a:lvl2pPr>
            <a:lvl3pPr>
              <a:defRPr sz="1800" b="1">
                <a:solidFill>
                  <a:srgbClr val="8DBCF2"/>
                </a:solidFill>
              </a:defRPr>
            </a:lvl3pPr>
            <a:lvl4pPr>
              <a:defRPr sz="1800" b="1">
                <a:solidFill>
                  <a:srgbClr val="8DBCF2"/>
                </a:solidFill>
              </a:defRPr>
            </a:lvl4pPr>
            <a:lvl5pPr>
              <a:defRPr sz="1800" b="1">
                <a:solidFill>
                  <a:srgbClr val="8DBCF2"/>
                </a:solidFill>
              </a:defRPr>
            </a:lvl5pPr>
            <a:lvl6pPr>
              <a:defRPr sz="1800" b="1">
                <a:solidFill>
                  <a:srgbClr val="8DBCF2"/>
                </a:solidFill>
              </a:defRPr>
            </a:lvl6pPr>
            <a:lvl7pPr>
              <a:defRPr sz="1800" b="1">
                <a:solidFill>
                  <a:srgbClr val="8DBCF2"/>
                </a:solidFill>
              </a:defRPr>
            </a:lvl7pPr>
            <a:lvl8pPr>
              <a:defRPr sz="1800" b="1">
                <a:solidFill>
                  <a:srgbClr val="8DBCF2"/>
                </a:solidFill>
              </a:defRPr>
            </a:lvl8pPr>
            <a:lvl9pPr>
              <a:defRPr sz="1800" b="1">
                <a:solidFill>
                  <a:srgbClr val="8DBCF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8DBCF2"/>
                </a:solidFill>
              </a:defRPr>
            </a:pPr>
            <a:r>
              <a:rPr sz="1800" b="1">
                <a:solidFill>
                  <a:srgbClr val="8DBCF2"/>
                </a:solidFill>
              </a:rPr>
              <a:t>Fit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CA957-2B3D-4F08-81F1-9B50C4FC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145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FFFFF"/>
                </a:solidFill>
              </a:defRPr>
            </a:defPPr>
            <a:lvl1pPr>
              <a:defRPr sz="1425" b="0">
                <a:solidFill>
                  <a:srgbClr val="FFFFFF"/>
                </a:solidFill>
              </a:defRPr>
            </a:lvl1pPr>
            <a:lvl2pPr>
              <a:defRPr sz="1425" b="0">
                <a:solidFill>
                  <a:srgbClr val="FFFFFF"/>
                </a:solidFill>
              </a:defRPr>
            </a:lvl2pPr>
            <a:lvl3pPr>
              <a:defRPr sz="1425" b="0">
                <a:solidFill>
                  <a:srgbClr val="FFFFFF"/>
                </a:solidFill>
              </a:defRPr>
            </a:lvl3pPr>
            <a:lvl4pPr>
              <a:defRPr sz="1425" b="0">
                <a:solidFill>
                  <a:srgbClr val="FFFFFF"/>
                </a:solidFill>
              </a:defRPr>
            </a:lvl4pPr>
            <a:lvl5pPr>
              <a:defRPr sz="1425" b="0">
                <a:solidFill>
                  <a:srgbClr val="FFFFFF"/>
                </a:solidFill>
              </a:defRPr>
            </a:lvl5pPr>
            <a:lvl6pPr>
              <a:defRPr sz="1425" b="0">
                <a:solidFill>
                  <a:srgbClr val="FFFFFF"/>
                </a:solidFill>
              </a:defRPr>
            </a:lvl6pPr>
            <a:lvl7pPr>
              <a:defRPr sz="1425" b="0">
                <a:solidFill>
                  <a:srgbClr val="FFFFFF"/>
                </a:solidFill>
              </a:defRPr>
            </a:lvl7pPr>
            <a:lvl8pPr>
              <a:defRPr sz="1425" b="0">
                <a:solidFill>
                  <a:srgbClr val="FFFFFF"/>
                </a:solidFill>
              </a:defRPr>
            </a:lvl8pPr>
            <a:lvl9pPr>
              <a:defRPr sz="14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Confirm identity, hosting, recovery and support.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2531B-B94D-4F87-AFAE-D1D6A1FA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47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8DBCF2"/>
                </a:solidFill>
              </a:defRPr>
            </a:defPPr>
            <a:lvl1pPr>
              <a:defRPr sz="1800" b="1">
                <a:solidFill>
                  <a:srgbClr val="8DBCF2"/>
                </a:solidFill>
              </a:defRPr>
            </a:lvl1pPr>
            <a:lvl2pPr>
              <a:defRPr sz="1800" b="1">
                <a:solidFill>
                  <a:srgbClr val="8DBCF2"/>
                </a:solidFill>
              </a:defRPr>
            </a:lvl2pPr>
            <a:lvl3pPr>
              <a:defRPr sz="1800" b="1">
                <a:solidFill>
                  <a:srgbClr val="8DBCF2"/>
                </a:solidFill>
              </a:defRPr>
            </a:lvl3pPr>
            <a:lvl4pPr>
              <a:defRPr sz="1800" b="1">
                <a:solidFill>
                  <a:srgbClr val="8DBCF2"/>
                </a:solidFill>
              </a:defRPr>
            </a:lvl4pPr>
            <a:lvl5pPr>
              <a:defRPr sz="1800" b="1">
                <a:solidFill>
                  <a:srgbClr val="8DBCF2"/>
                </a:solidFill>
              </a:defRPr>
            </a:lvl5pPr>
            <a:lvl6pPr>
              <a:defRPr sz="1800" b="1">
                <a:solidFill>
                  <a:srgbClr val="8DBCF2"/>
                </a:solidFill>
              </a:defRPr>
            </a:lvl6pPr>
            <a:lvl7pPr>
              <a:defRPr sz="1800" b="1">
                <a:solidFill>
                  <a:srgbClr val="8DBCF2"/>
                </a:solidFill>
              </a:defRPr>
            </a:lvl7pPr>
            <a:lvl8pPr>
              <a:defRPr sz="1800" b="1">
                <a:solidFill>
                  <a:srgbClr val="8DBCF2"/>
                </a:solidFill>
              </a:defRPr>
            </a:lvl8pPr>
            <a:lvl9pPr>
              <a:defRPr sz="1800" b="1">
                <a:solidFill>
                  <a:srgbClr val="8DBCF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8DBCF2"/>
                </a:solidFill>
              </a:defRPr>
            </a:pPr>
            <a:r>
              <a:rPr sz="1800" b="1">
                <a:solidFill>
                  <a:srgbClr val="8DBCF2"/>
                </a:solidFill>
              </a:rPr>
              <a:t>Pilot 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A9091-A079-4A0C-8C02-B4D745AC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145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FFFFF"/>
                </a:solidFill>
              </a:defRPr>
            </a:defPPr>
            <a:lvl1pPr>
              <a:defRPr sz="1425" b="0">
                <a:solidFill>
                  <a:srgbClr val="FFFFFF"/>
                </a:solidFill>
              </a:defRPr>
            </a:lvl1pPr>
            <a:lvl2pPr>
              <a:defRPr sz="1425" b="0">
                <a:solidFill>
                  <a:srgbClr val="FFFFFF"/>
                </a:solidFill>
              </a:defRPr>
            </a:lvl2pPr>
            <a:lvl3pPr>
              <a:defRPr sz="1425" b="0">
                <a:solidFill>
                  <a:srgbClr val="FFFFFF"/>
                </a:solidFill>
              </a:defRPr>
            </a:lvl3pPr>
            <a:lvl4pPr>
              <a:defRPr sz="1425" b="0">
                <a:solidFill>
                  <a:srgbClr val="FFFFFF"/>
                </a:solidFill>
              </a:defRPr>
            </a:lvl4pPr>
            <a:lvl5pPr>
              <a:defRPr sz="1425" b="0">
                <a:solidFill>
                  <a:srgbClr val="FFFFFF"/>
                </a:solidFill>
              </a:defRPr>
            </a:lvl5pPr>
            <a:lvl6pPr>
              <a:defRPr sz="1425" b="0">
                <a:solidFill>
                  <a:srgbClr val="FFFFFF"/>
                </a:solidFill>
              </a:defRPr>
            </a:lvl6pPr>
            <a:lvl7pPr>
              <a:defRPr sz="1425" b="0">
                <a:solidFill>
                  <a:srgbClr val="FFFFFF"/>
                </a:solidFill>
              </a:defRPr>
            </a:lvl7pPr>
            <a:lvl8pPr>
              <a:defRPr sz="1425" b="0">
                <a:solidFill>
                  <a:srgbClr val="FFFFFF"/>
                </a:solidFill>
              </a:defRPr>
            </a:lvl8pPr>
            <a:lvl9pPr>
              <a:defRPr sz="14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Agree users, measures, acceptance and exit.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88A2B-EED2-4415-9249-5C6033F9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0572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03451"/>
          </a:solidFill>
          <a:ln xmlns:a="http://schemas.openxmlformats.org/drawingml/2006/main" w="9525">
            <a:solidFill>
              <a:srgbClr val="3448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AA032-32DA-4A61-ADA5-DFE04D8F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147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Review the workflow against your operational requirements.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4216D-2E0D-4C58-A17B-11DDD2A0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8C8DD"/>
                </a:solidFill>
              </a:defRPr>
            </a:defPPr>
            <a:lvl1pPr>
              <a:defRPr sz="1275" b="0">
                <a:solidFill>
                  <a:srgbClr val="B8C8DD"/>
                </a:solidFill>
              </a:defRPr>
            </a:lvl1pPr>
            <a:lvl2pPr>
              <a:defRPr sz="1275" b="0">
                <a:solidFill>
                  <a:srgbClr val="B8C8DD"/>
                </a:solidFill>
              </a:defRPr>
            </a:lvl2pPr>
            <a:lvl3pPr>
              <a:defRPr sz="1275" b="0">
                <a:solidFill>
                  <a:srgbClr val="B8C8DD"/>
                </a:solidFill>
              </a:defRPr>
            </a:lvl3pPr>
            <a:lvl4pPr>
              <a:defRPr sz="1275" b="0">
                <a:solidFill>
                  <a:srgbClr val="B8C8DD"/>
                </a:solidFill>
              </a:defRPr>
            </a:lvl4pPr>
            <a:lvl5pPr>
              <a:defRPr sz="1275" b="0">
                <a:solidFill>
                  <a:srgbClr val="B8C8DD"/>
                </a:solidFill>
              </a:defRPr>
            </a:lvl5pPr>
            <a:lvl6pPr>
              <a:defRPr sz="1275" b="0">
                <a:solidFill>
                  <a:srgbClr val="B8C8DD"/>
                </a:solidFill>
              </a:defRPr>
            </a:lvl6pPr>
            <a:lvl7pPr>
              <a:defRPr sz="1275" b="0">
                <a:solidFill>
                  <a:srgbClr val="B8C8DD"/>
                </a:solidFill>
              </a:defRPr>
            </a:lvl7pPr>
            <a:lvl8pPr>
              <a:defRPr sz="1275" b="0">
                <a:solidFill>
                  <a:srgbClr val="B8C8DD"/>
                </a:solidFill>
              </a:defRPr>
            </a:lvl8pPr>
            <a:lvl9pPr>
              <a:defRPr sz="1275" b="0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8C8DD"/>
                </a:solidFill>
              </a:defRPr>
            </a:pPr>
            <a:r>
              <a:rPr sz="1275" b="0">
                <a:solidFill>
                  <a:srgbClr val="B8C8DD"/>
                </a:solidFill>
              </a:rPr>
              <a:t>Product boundaries and approval requirements are recorded in the accompanying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376052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2026-10-24T11:04:07.6300000Z</dcterms:created>
  <dcterms:modified xsi:type="dcterms:W3CDTF">2026-10-24T11:04:07.6300000Z</dcterms:modified>
</coreProperties>
</file>