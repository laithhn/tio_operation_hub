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3ffbcc8cb64117" /><Relationship Type="http://schemas.openxmlformats.org/officeDocument/2006/relationships/extended-properties" Target="/docProps/app.xml" Id="R7942fb78a3dc403b" /><Relationship Type="http://schemas.openxmlformats.org/officeDocument/2006/relationships/officeDocument" Target="/ppt/presentation.xml" Id="R7c43eeddd5f947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c4ab86da884173"/>
  </p:sldMasterIdLst>
  <p:notesMasterIdLst>
    <p:notesMasterId xmlns:r="http://schemas.openxmlformats.org/officeDocument/2006/relationships" r:id="R37ea5ff3ccf44103"/>
  </p:notesMasterIdLst>
  <p:sldIdLst>
    <p:sldId xmlns:r="http://schemas.openxmlformats.org/officeDocument/2006/relationships" id="256" r:id="R0098a6f9f2d747c6"/>
    <p:sldId xmlns:r="http://schemas.openxmlformats.org/officeDocument/2006/relationships" id="257" r:id="R332a3e62f1cf4128"/>
    <p:sldId xmlns:r="http://schemas.openxmlformats.org/officeDocument/2006/relationships" id="258" r:id="Rce523d3f16664c6b"/>
    <p:sldId xmlns:r="http://schemas.openxmlformats.org/officeDocument/2006/relationships" id="259" r:id="R40bb436c3d854a5f"/>
    <p:sldId xmlns:r="http://schemas.openxmlformats.org/officeDocument/2006/relationships" id="260" r:id="R015627fbc60046e0"/>
    <p:sldId xmlns:r="http://schemas.openxmlformats.org/officeDocument/2006/relationships" id="261" r:id="R6e773455a4004eba"/>
    <p:sldId xmlns:r="http://schemas.openxmlformats.org/officeDocument/2006/relationships" id="262" r:id="Rf6e1b504eeb341bc"/>
    <p:sldId xmlns:r="http://schemas.openxmlformats.org/officeDocument/2006/relationships" id="263" r:id="Rb5f9d15e1699490e"/>
    <p:sldId xmlns:r="http://schemas.openxmlformats.org/officeDocument/2006/relationships" id="264" r:id="R7eff1af96edb4b9d"/>
    <p:sldId xmlns:r="http://schemas.openxmlformats.org/officeDocument/2006/relationships" id="265" r:id="R555e6cfa51f548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210efbe0b940e2" /><Relationship Type="http://schemas.openxmlformats.org/officeDocument/2006/relationships/slideMaster" Target="/ppt/slideMasters/slideMaster1.xml" Id="Ra1c4ab86da884173" /><Relationship Type="http://schemas.openxmlformats.org/officeDocument/2006/relationships/notesMaster" Target="/ppt/notesMasters/notesMaster1.xml" Id="R37ea5ff3ccf44103" /><Relationship Type="http://schemas.openxmlformats.org/officeDocument/2006/relationships/presProps" Target="/ppt/presProps.xml" Id="Ra06b7823e9f9420f" /><Relationship Type="http://schemas.openxmlformats.org/officeDocument/2006/relationships/tableStyles" Target="/ppt/tableStyles.xml" Id="Rfdf07821f02f4da2" /><Relationship Type="http://schemas.openxmlformats.org/officeDocument/2006/relationships/slide" Target="/ppt/slides/slide1.xml" Id="R0098a6f9f2d747c6" /><Relationship Type="http://schemas.openxmlformats.org/officeDocument/2006/relationships/slide" Target="/ppt/slides/slide2.xml" Id="R332a3e62f1cf4128" /><Relationship Type="http://schemas.openxmlformats.org/officeDocument/2006/relationships/slide" Target="/ppt/slides/slide3.xml" Id="Rce523d3f16664c6b" /><Relationship Type="http://schemas.openxmlformats.org/officeDocument/2006/relationships/slide" Target="/ppt/slides/slide4.xml" Id="R40bb436c3d854a5f" /><Relationship Type="http://schemas.openxmlformats.org/officeDocument/2006/relationships/slide" Target="/ppt/slides/slide5.xml" Id="R015627fbc60046e0" /><Relationship Type="http://schemas.openxmlformats.org/officeDocument/2006/relationships/slide" Target="/ppt/slides/slide6.xml" Id="R6e773455a4004eba" /><Relationship Type="http://schemas.openxmlformats.org/officeDocument/2006/relationships/slide" Target="/ppt/slides/slide7.xml" Id="Rf6e1b504eeb341bc" /><Relationship Type="http://schemas.openxmlformats.org/officeDocument/2006/relationships/slide" Target="/ppt/slides/slide8.xml" Id="Rb5f9d15e1699490e" /><Relationship Type="http://schemas.openxmlformats.org/officeDocument/2006/relationships/slide" Target="/ppt/slides/slide9.xml" Id="R7eff1af96edb4b9d" /><Relationship Type="http://schemas.openxmlformats.org/officeDocument/2006/relationships/slide" Target="/ppt/slides/slide10.xml" Id="R555e6cfa51f548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49190c6a2744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cd0a325e3b4591" /><Relationship Type="http://schemas.openxmlformats.org/officeDocument/2006/relationships/notesMaster" Target="/ppt/notesMasters/notesMaster1.xml" Id="R379e245839f245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088216594f436a" /><Relationship Type="http://schemas.openxmlformats.org/officeDocument/2006/relationships/notesMaster" Target="/ppt/notesMasters/notesMaster1.xml" Id="R42152fdc1f5f46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49decee58d4b18" /><Relationship Type="http://schemas.openxmlformats.org/officeDocument/2006/relationships/notesMaster" Target="/ppt/notesMasters/notesMaster1.xml" Id="R45e67e059ca54a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4cb47f797b45db" /><Relationship Type="http://schemas.openxmlformats.org/officeDocument/2006/relationships/notesMaster" Target="/ppt/notesMasters/notesMaster1.xml" Id="R807e539f2bfd40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78fcedfd4b41b1" /><Relationship Type="http://schemas.openxmlformats.org/officeDocument/2006/relationships/notesMaster" Target="/ppt/notesMasters/notesMaster1.xml" Id="R64b8265a317641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8222bdee1742be" /><Relationship Type="http://schemas.openxmlformats.org/officeDocument/2006/relationships/notesMaster" Target="/ppt/notesMasters/notesMaster1.xml" Id="R3924a1dc2e524e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f2925970394363" /><Relationship Type="http://schemas.openxmlformats.org/officeDocument/2006/relationships/notesMaster" Target="/ppt/notesMasters/notesMaster1.xml" Id="Rd956452debde42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7c022379934b47" /><Relationship Type="http://schemas.openxmlformats.org/officeDocument/2006/relationships/notesMaster" Target="/ppt/notesMasters/notesMaster1.xml" Id="R58c8460e623e48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e331bf97e54b5d" /><Relationship Type="http://schemas.openxmlformats.org/officeDocument/2006/relationships/notesMaster" Target="/ppt/notesMasters/notesMaster1.xml" Id="Rcbb0024d796742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1893af1feb4cac" /><Relationship Type="http://schemas.openxmlformats.org/officeDocument/2006/relationships/notesMaster" Target="/ppt/notesMasters/notesMaster1.xml" Id="Ra5ffa120b56141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TIO Hub as an internal operational record and workflow application for managing contract-linked service work. The screenshot is a direct capture from a local 2.30.0 development build using fictional data. The captured interface includes reference VITRONIC branding. Obtain brand owner approval or use brand-safe replacement artwork before external distribution. Sources: README.md, docs/RELEASE-NOTES-2.30.0.md, docs/portfolio/product-screenshots.md.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operating requirement, not a quantified market claim. Local policy determines decision rights and customer commitments.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sources: docs/DECISIONS.md A61-A66; docs/portfolio/service-management-playbook.md.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sources: docs/portfolio/product-pack.md; docs/ORGANIZATION-HIERARCHY.md.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sources: docs/portfolio/user-manual.md; docs/portfolio/product-pack.md.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sources: docs/portfolio/user-manual.md; docs/DECISIONS.md.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response is explicitly recorded at actual send time; resolution is first move into Pending validation or Closed. Only customer waits pause where contract allows. Finance independently reconciles indicative candidates. No credits or accounting entries are created.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sources: docs/DECISIONS.md A61, A63, A66; docs/portfolio/service-management-playbook.md.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editable chart shows local fictional seed counts. Categories have different meanings and must not be treated as a comparative score, benchmark or customer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sources: docs/DECISIONS.md A62; docs/portfolio/technical-pack.md.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sources: docs/SYSTEM-DESIGN.md; docs/OPERATIONS.md.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sources: docs/portfolio/product-pack.md; docs/portfolio/commercial-pack.md.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a scoped discovery and technical fit review. Avoid implying a committed pilot date, service availability, or published customer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 sources: docs/portfolio/commercial-pack.md; docs/portfolio/product-pack.md. Confirm the exact deployed version and obtain relevant Product, Security, Legal and Brand approvals before external publication.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eee298142a40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92b692c51049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069e77d2b49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b3a308e8c64f6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a6d7cd993c47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cadefc574f40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A2D43D-B308-4DD5-856C-9C7D355103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A530BBF-6CDC-4A29-8505-3894F2D970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23D0AD2-9D76-4ED2-B276-932C1F9654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BEDBAB-BC34-40C7-9D80-FB4F0DCBFF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CB44BC-FE15-41A7-9835-E20753ABD1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3B4994-561F-49A2-B3BF-C7DD5541DE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5099FC-0B96-45ED-8BD9-A4E7C77A53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E3A224D-E261-4230-81A7-675E50AA9C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FBD2F4-6054-48DE-BDE7-B978BFE97F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CF3D3E-BCA5-4D22-8F5D-3814CCB1A1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e0285b17804cfe" /><Relationship Type="http://schemas.openxmlformats.org/officeDocument/2006/relationships/slideLayout" Target="/ppt/slideLayouts/slideLayout1.xml" Id="R09e6489c38684401" /><Relationship Type="http://schemas.openxmlformats.org/officeDocument/2006/relationships/slideLayout" Target="/ppt/slideLayouts/slideLayout2.xml" Id="R79b50c6e41524e43" /><Relationship Type="http://schemas.openxmlformats.org/officeDocument/2006/relationships/slideLayout" Target="/ppt/slideLayouts/slideLayout3.xml" Id="Rc63efc7e18b1443c" /><Relationship Type="http://schemas.openxmlformats.org/officeDocument/2006/relationships/slideLayout" Target="/ppt/slideLayouts/slideLayout4.xml" Id="R1dc2ac3f6d23496d" /><Relationship Type="http://schemas.openxmlformats.org/officeDocument/2006/relationships/slideLayout" Target="/ppt/slideLayouts/slideLayout5.xml" Id="R86b8f3b414cd4c64" /><Relationship Type="http://schemas.openxmlformats.org/officeDocument/2006/relationships/slideLayout" Target="/ppt/slideLayouts/slideLayout6.xml" Id="Rea515fcd6c1549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e6489c38684401"/>
    <p:sldLayoutId xmlns:r="http://schemas.openxmlformats.org/officeDocument/2006/relationships" id="2147483650" r:id="R79b50c6e41524e43"/>
    <p:sldLayoutId xmlns:r="http://schemas.openxmlformats.org/officeDocument/2006/relationships" id="2147483651" r:id="Rc63efc7e18b1443c"/>
    <p:sldLayoutId xmlns:r="http://schemas.openxmlformats.org/officeDocument/2006/relationships" id="2147483652" r:id="R1dc2ac3f6d23496d"/>
    <p:sldLayoutId xmlns:r="http://schemas.openxmlformats.org/officeDocument/2006/relationships" id="2147483653" r:id="R86b8f3b414cd4c64"/>
    <p:sldLayoutId xmlns:r="http://schemas.openxmlformats.org/officeDocument/2006/relationships" id="2147483654" r:id="Rea515fcd6c1549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32b9d2dab94d3d" /><Relationship Type="http://schemas.openxmlformats.org/officeDocument/2006/relationships/image" Target="/ppt/media/image.png" Id="R686c3544e7534fa7" /><Relationship Type="http://schemas.openxmlformats.org/officeDocument/2006/relationships/notesSlide" Target="/ppt/notesSlides/notesSlide1.xml" Id="R12b4b26829434b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f8bda8754f447a" /><Relationship Type="http://schemas.openxmlformats.org/officeDocument/2006/relationships/notesSlide" Target="/ppt/notesSlides/notesSlide2.xml" Id="Ra0497677321e43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0d0dfbe42e4a24" /><Relationship Type="http://schemas.openxmlformats.org/officeDocument/2006/relationships/image" Target="/ppt/media/image2.png" Id="R5a05417ca5e8483d" /><Relationship Type="http://schemas.openxmlformats.org/officeDocument/2006/relationships/notesSlide" Target="/ppt/notesSlides/notesSlide3.xml" Id="R6dcf752f306547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0df1721ce943ba" /><Relationship Type="http://schemas.openxmlformats.org/officeDocument/2006/relationships/image" Target="/ppt/media/image3.png" Id="Rbb86dd5cad9f4e5a" /><Relationship Type="http://schemas.openxmlformats.org/officeDocument/2006/relationships/notesSlide" Target="/ppt/notesSlides/notesSlide4.xml" Id="R55b6f7de92a844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b07c6be4f4cea" /><Relationship Type="http://schemas.openxmlformats.org/officeDocument/2006/relationships/image" Target="/ppt/media/image4.png" Id="R1f080817f3c44cd9" /><Relationship Type="http://schemas.openxmlformats.org/officeDocument/2006/relationships/notesSlide" Target="/ppt/notesSlides/notesSlide5.xml" Id="R50a909f90d2440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607021ac91468c" /><Relationship Type="http://schemas.openxmlformats.org/officeDocument/2006/relationships/notesSlide" Target="/ppt/notesSlides/notesSlide6.xml" Id="R1d58c0c6e3fe47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46df8aa9294fe0" /><Relationship Type="http://schemas.openxmlformats.org/officeDocument/2006/relationships/image" Target="/ppt/media/image5.png" Id="Rf16a0589bc28461f" /><Relationship Type="http://schemas.openxmlformats.org/officeDocument/2006/relationships/chart" Target="/ppt/slides/charts/chart1.xml" Id="Rcf3e193854184e02" /><Relationship Type="http://schemas.openxmlformats.org/officeDocument/2006/relationships/notesSlide" Target="/ppt/notesSlides/notesSlide7.xml" Id="R267af265075b4c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38f9c17b3a4dfa" /><Relationship Type="http://schemas.openxmlformats.org/officeDocument/2006/relationships/notesSlide" Target="/ppt/notesSlides/notesSlide8.xml" Id="Raea4b6dc6d9145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98e0596c104f6a" /><Relationship Type="http://schemas.openxmlformats.org/officeDocument/2006/relationships/notesSlide" Target="/ppt/notesSlides/notesSlide9.xml" Id="R11c816b34f4244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690423a14d4ff8" /><Relationship Type="http://schemas.openxmlformats.org/officeDocument/2006/relationships/notesSlide" Target="/ppt/notesSlides/notesSlide10.xml" Id="Rca7fa4fa10704bc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4223F"/>
                </a:solidFill>
                <a:latin typeface="Aptos"/>
                <a:ea typeface="Aptos"/>
                <a:cs typeface="Aptos"/>
              </a:rPr>
              <a:t>Fictional local demo record counts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4223F"/>
              </a:solidFill>
              <a:latin typeface="Aptos"/>
              <a:ea typeface="Aptos"/>
              <a:cs typeface="Aptos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2A78D6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Clients</c:v>
                </c:pt>
                <c:pt idx="1">
                  <c:v>Open cases</c:v>
                </c:pt>
                <c:pt idx="2">
                  <c:v>Commitments</c:v>
                </c:pt>
                <c:pt idx="3">
                  <c:v>Escalations</c:v>
                </c:pt>
                <c:pt idx="4">
                  <c:v>Contracts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3</c:v>
                </c:pt>
                <c:pt idx="1">
                  <c:v>6</c:v>
                </c:pt>
                <c:pt idx="2">
                  <c:v>5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6177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6DF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36177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B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3BF9A-B8BA-4EC5-A1B6-2E865030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8DBCF2"/>
                </a:solidFill>
              </a:defRPr>
            </a:defPPr>
            <a:lvl1pPr>
              <a:defRPr sz="1350" b="1">
                <a:solidFill>
                  <a:srgbClr val="8DBCF2"/>
                </a:solidFill>
              </a:defRPr>
            </a:lvl1pPr>
            <a:lvl2pPr>
              <a:defRPr sz="1350" b="1">
                <a:solidFill>
                  <a:srgbClr val="8DBCF2"/>
                </a:solidFill>
              </a:defRPr>
            </a:lvl2pPr>
            <a:lvl3pPr>
              <a:defRPr sz="1350" b="1">
                <a:solidFill>
                  <a:srgbClr val="8DBCF2"/>
                </a:solidFill>
              </a:defRPr>
            </a:lvl3pPr>
            <a:lvl4pPr>
              <a:defRPr sz="1350" b="1">
                <a:solidFill>
                  <a:srgbClr val="8DBCF2"/>
                </a:solidFill>
              </a:defRPr>
            </a:lvl4pPr>
            <a:lvl5pPr>
              <a:defRPr sz="1350" b="1">
                <a:solidFill>
                  <a:srgbClr val="8DBCF2"/>
                </a:solidFill>
              </a:defRPr>
            </a:lvl5pPr>
            <a:lvl6pPr>
              <a:defRPr sz="1350" b="1">
                <a:solidFill>
                  <a:srgbClr val="8DBCF2"/>
                </a:solidFill>
              </a:defRPr>
            </a:lvl6pPr>
            <a:lvl7pPr>
              <a:defRPr sz="1350" b="1">
                <a:solidFill>
                  <a:srgbClr val="8DBCF2"/>
                </a:solidFill>
              </a:defRPr>
            </a:lvl7pPr>
            <a:lvl8pPr>
              <a:defRPr sz="1350" b="1">
                <a:solidFill>
                  <a:srgbClr val="8DBCF2"/>
                </a:solidFill>
              </a:defRPr>
            </a:lvl8pPr>
            <a:lvl9pPr>
              <a:defRPr sz="1350" b="1">
                <a:solidFill>
                  <a:srgbClr val="8DBCF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8DBCF2"/>
                </a:solidFill>
              </a:defRPr>
            </a:pPr>
            <a:r>
              <a:rPr sz="1350" b="1">
                <a:solidFill>
                  <a:srgbClr val="8DBCF2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19613-32E3-4CA5-A812-43528AA2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5286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FFFFFF"/>
                </a:solidFill>
              </a:defRPr>
            </a:defPPr>
            <a:lvl1pPr>
              <a:defRPr sz="3375" b="1">
                <a:solidFill>
                  <a:srgbClr val="FFFFFF"/>
                </a:solidFill>
              </a:defRPr>
            </a:lvl1pPr>
            <a:lvl2pPr>
              <a:defRPr sz="3375" b="1">
                <a:solidFill>
                  <a:srgbClr val="FFFFFF"/>
                </a:solidFill>
              </a:defRPr>
            </a:lvl2pPr>
            <a:lvl3pPr>
              <a:defRPr sz="3375" b="1">
                <a:solidFill>
                  <a:srgbClr val="FFFFFF"/>
                </a:solidFill>
              </a:defRPr>
            </a:lvl3pPr>
            <a:lvl4pPr>
              <a:defRPr sz="3375" b="1">
                <a:solidFill>
                  <a:srgbClr val="FFFFFF"/>
                </a:solidFill>
              </a:defRPr>
            </a:lvl4pPr>
            <a:lvl5pPr>
              <a:defRPr sz="3375" b="1">
                <a:solidFill>
                  <a:srgbClr val="FFFFFF"/>
                </a:solidFill>
              </a:defRPr>
            </a:lvl5pPr>
            <a:lvl6pPr>
              <a:defRPr sz="3375" b="1">
                <a:solidFill>
                  <a:srgbClr val="FFFFFF"/>
                </a:solidFill>
              </a:defRPr>
            </a:lvl6pPr>
            <a:lvl7pPr>
              <a:defRPr sz="3375" b="1">
                <a:solidFill>
                  <a:srgbClr val="FFFFFF"/>
                </a:solidFill>
              </a:defRPr>
            </a:lvl7pPr>
            <a:lvl8pPr>
              <a:defRPr sz="3375" b="1">
                <a:solidFill>
                  <a:srgbClr val="FFFFFF"/>
                </a:solidFill>
              </a:defRPr>
            </a:lvl8pPr>
            <a:lvl9pPr>
              <a:defRPr sz="33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Manage service obligations</a:t>
            </a:r>
          </a:p>
          <a:p xmlns:a="http://schemas.openxmlformats.org/drawingml/2006/main">
            <a:pPr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with operational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0D41A-8CAF-439B-99A0-DA1F5DBE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C4D1E1"/>
                </a:solidFill>
              </a:defRPr>
            </a:defPPr>
            <a:lvl1pPr>
              <a:defRPr sz="1800" b="0">
                <a:solidFill>
                  <a:srgbClr val="C4D1E1"/>
                </a:solidFill>
              </a:defRPr>
            </a:lvl1pPr>
            <a:lvl2pPr>
              <a:defRPr sz="1800" b="0">
                <a:solidFill>
                  <a:srgbClr val="C4D1E1"/>
                </a:solidFill>
              </a:defRPr>
            </a:lvl2pPr>
            <a:lvl3pPr>
              <a:defRPr sz="1800" b="0">
                <a:solidFill>
                  <a:srgbClr val="C4D1E1"/>
                </a:solidFill>
              </a:defRPr>
            </a:lvl3pPr>
            <a:lvl4pPr>
              <a:defRPr sz="1800" b="0">
                <a:solidFill>
                  <a:srgbClr val="C4D1E1"/>
                </a:solidFill>
              </a:defRPr>
            </a:lvl4pPr>
            <a:lvl5pPr>
              <a:defRPr sz="1800" b="0">
                <a:solidFill>
                  <a:srgbClr val="C4D1E1"/>
                </a:solidFill>
              </a:defRPr>
            </a:lvl5pPr>
            <a:lvl6pPr>
              <a:defRPr sz="1800" b="0">
                <a:solidFill>
                  <a:srgbClr val="C4D1E1"/>
                </a:solidFill>
              </a:defRPr>
            </a:lvl6pPr>
            <a:lvl7pPr>
              <a:defRPr sz="1800" b="0">
                <a:solidFill>
                  <a:srgbClr val="C4D1E1"/>
                </a:solidFill>
              </a:defRPr>
            </a:lvl7pPr>
            <a:lvl8pPr>
              <a:defRPr sz="1800" b="0">
                <a:solidFill>
                  <a:srgbClr val="C4D1E1"/>
                </a:solidFill>
              </a:defRPr>
            </a:lvl8pPr>
            <a:lvl9pPr>
              <a:defRPr sz="1800" b="0">
                <a:solidFill>
                  <a:srgbClr val="C4D1E1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4D1E1"/>
                </a:solidFill>
              </a:defRPr>
            </a:pPr>
            <a:r>
              <a:rPr sz="1800" b="0">
                <a:solidFill>
                  <a:srgbClr val="C4D1E1"/>
                </a:solidFill>
              </a:rPr>
              <a:t>Connect contract terms, SLA case work, ownership and review in one operations workspace.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4A038-2913-458A-844A-57D7C89D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3695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03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97DB4-2D42-406C-BF87-DBD8F30D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101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B8C8DD"/>
                </a:solidFill>
              </a:defRPr>
            </a:defPPr>
            <a:lvl1pPr>
              <a:defRPr sz="975" b="1">
                <a:solidFill>
                  <a:srgbClr val="B8C8DD"/>
                </a:solidFill>
              </a:defRPr>
            </a:lvl1pPr>
            <a:lvl2pPr>
              <a:defRPr sz="975" b="1">
                <a:solidFill>
                  <a:srgbClr val="B8C8DD"/>
                </a:solidFill>
              </a:defRPr>
            </a:lvl2pPr>
            <a:lvl3pPr>
              <a:defRPr sz="975" b="1">
                <a:solidFill>
                  <a:srgbClr val="B8C8DD"/>
                </a:solidFill>
              </a:defRPr>
            </a:lvl3pPr>
            <a:lvl4pPr>
              <a:defRPr sz="975" b="1">
                <a:solidFill>
                  <a:srgbClr val="B8C8DD"/>
                </a:solidFill>
              </a:defRPr>
            </a:lvl4pPr>
            <a:lvl5pPr>
              <a:defRPr sz="975" b="1">
                <a:solidFill>
                  <a:srgbClr val="B8C8DD"/>
                </a:solidFill>
              </a:defRPr>
            </a:lvl5pPr>
            <a:lvl6pPr>
              <a:defRPr sz="975" b="1">
                <a:solidFill>
                  <a:srgbClr val="B8C8DD"/>
                </a:solidFill>
              </a:defRPr>
            </a:lvl6pPr>
            <a:lvl7pPr>
              <a:defRPr sz="975" b="1">
                <a:solidFill>
                  <a:srgbClr val="B8C8DD"/>
                </a:solidFill>
              </a:defRPr>
            </a:lvl7pPr>
            <a:lvl8pPr>
              <a:defRPr sz="975" b="1">
                <a:solidFill>
                  <a:srgbClr val="B8C8DD"/>
                </a:solidFill>
              </a:defRPr>
            </a:lvl8pPr>
            <a:lvl9pPr>
              <a:defRPr sz="975" b="1">
                <a:solidFill>
                  <a:srgbClr val="B8C8DD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B8C8DD"/>
                </a:solidFill>
              </a:defRPr>
            </a:pPr>
            <a:r>
              <a:rPr sz="975" b="1">
                <a:solidFill>
                  <a:srgbClr val="B8C8DD"/>
                </a:solidFill>
              </a:rPr>
              <a:t>INTERNAL MARKETING DRAFT 2.1  |  24 OCT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EE535-D853-4B7D-B48D-1C1656B397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c3544e7534fa7"/>
          <a:stretch xmlns:a="http://schemas.openxmlformats.org/drawingml/2006/main"/>
        </p:blipFill>
        <p:spPr>
          <a:xfrm xmlns:a="http://schemas.openxmlformats.org/drawingml/2006/main">
            <a:off x="5953125" y="1348978"/>
            <a:ext cx="5619750" cy="351234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A8C8E-F371-40B7-8554-46AB5220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387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8C8DD"/>
                </a:solidFill>
              </a:defRPr>
            </a:defPPr>
            <a:lvl1pPr>
              <a:defRPr sz="1050" b="0">
                <a:solidFill>
                  <a:srgbClr val="B8C8DD"/>
                </a:solidFill>
              </a:defRPr>
            </a:lvl1pPr>
            <a:lvl2pPr>
              <a:defRPr sz="1050" b="0">
                <a:solidFill>
                  <a:srgbClr val="B8C8DD"/>
                </a:solidFill>
              </a:defRPr>
            </a:lvl2pPr>
            <a:lvl3pPr>
              <a:defRPr sz="1050" b="0">
                <a:solidFill>
                  <a:srgbClr val="B8C8DD"/>
                </a:solidFill>
              </a:defRPr>
            </a:lvl3pPr>
            <a:lvl4pPr>
              <a:defRPr sz="1050" b="0">
                <a:solidFill>
                  <a:srgbClr val="B8C8DD"/>
                </a:solidFill>
              </a:defRPr>
            </a:lvl4pPr>
            <a:lvl5pPr>
              <a:defRPr sz="1050" b="0">
                <a:solidFill>
                  <a:srgbClr val="B8C8DD"/>
                </a:solidFill>
              </a:defRPr>
            </a:lvl5pPr>
            <a:lvl6pPr>
              <a:defRPr sz="1050" b="0">
                <a:solidFill>
                  <a:srgbClr val="B8C8DD"/>
                </a:solidFill>
              </a:defRPr>
            </a:lvl6pPr>
            <a:lvl7pPr>
              <a:defRPr sz="1050" b="0">
                <a:solidFill>
                  <a:srgbClr val="B8C8DD"/>
                </a:solidFill>
              </a:defRPr>
            </a:lvl7pPr>
            <a:lvl8pPr>
              <a:defRPr sz="1050" b="0">
                <a:solidFill>
                  <a:srgbClr val="B8C8DD"/>
                </a:solidFill>
              </a:defRPr>
            </a:lvl8pPr>
            <a:lvl9pPr>
              <a:defRPr sz="1050" b="0">
                <a:solidFill>
                  <a:srgbClr val="B8C8DD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8C8DD"/>
                </a:solidFill>
              </a:defRPr>
            </a:pPr>
            <a:r>
              <a:rPr sz="1050" b="0">
                <a:solidFill>
                  <a:srgbClr val="B8C8DD"/>
                </a:solidFill>
              </a:rPr>
              <a:t>Fictional local data. Reference branding shown; external use requires brand approval.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70756-D110-42FC-80D2-7F5D88E4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8C8DD"/>
                </a:solidFill>
              </a:defRPr>
            </a:defPPr>
            <a:lvl1pPr>
              <a:defRPr sz="900" b="1">
                <a:solidFill>
                  <a:srgbClr val="B8C8DD"/>
                </a:solidFill>
              </a:defRPr>
            </a:lvl1pPr>
            <a:lvl2pPr>
              <a:defRPr sz="900" b="1">
                <a:solidFill>
                  <a:srgbClr val="B8C8DD"/>
                </a:solidFill>
              </a:defRPr>
            </a:lvl2pPr>
            <a:lvl3pPr>
              <a:defRPr sz="900" b="1">
                <a:solidFill>
                  <a:srgbClr val="B8C8DD"/>
                </a:solidFill>
              </a:defRPr>
            </a:lvl3pPr>
            <a:lvl4pPr>
              <a:defRPr sz="900" b="1">
                <a:solidFill>
                  <a:srgbClr val="B8C8DD"/>
                </a:solidFill>
              </a:defRPr>
            </a:lvl4pPr>
            <a:lvl5pPr>
              <a:defRPr sz="900" b="1">
                <a:solidFill>
                  <a:srgbClr val="B8C8DD"/>
                </a:solidFill>
              </a:defRPr>
            </a:lvl5pPr>
            <a:lvl6pPr>
              <a:defRPr sz="900" b="1">
                <a:solidFill>
                  <a:srgbClr val="B8C8DD"/>
                </a:solidFill>
              </a:defRPr>
            </a:lvl6pPr>
            <a:lvl7pPr>
              <a:defRPr sz="900" b="1">
                <a:solidFill>
                  <a:srgbClr val="B8C8DD"/>
                </a:solidFill>
              </a:defRPr>
            </a:lvl7pPr>
            <a:lvl8pPr>
              <a:defRPr sz="900" b="1">
                <a:solidFill>
                  <a:srgbClr val="B8C8DD"/>
                </a:solidFill>
              </a:defRPr>
            </a:lvl8pPr>
            <a:lvl9pPr>
              <a:defRPr sz="900" b="1">
                <a:solidFill>
                  <a:srgbClr val="B8C8D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8C8DD"/>
                </a:solidFill>
              </a:defRPr>
            </a:pPr>
            <a:r>
              <a:rPr sz="900" b="1">
                <a:solidFill>
                  <a:srgbClr val="B8C8DD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921253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727201-50C9-4B0A-9EB6-AD41B346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5BCC5-3ABD-47FC-958C-793F7D4F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Service reviews need evidence across four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E48AC-88A1-44B3-A4DF-8323A662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F0A55-5CF5-4C76-BBD9-C0997ACC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Internal marketing draft 2.1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9A0BD-CDC3-4CEB-9C87-959D21DA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0A283-F2B7-47A0-9C47-7E77A725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A78D6"/>
                </a:solidFill>
              </a:defRPr>
            </a:defPPr>
            <a:lvl1pPr>
              <a:defRPr sz="2025" b="1">
                <a:solidFill>
                  <a:srgbClr val="2A78D6"/>
                </a:solidFill>
              </a:defRPr>
            </a:lvl1pPr>
            <a:lvl2pPr>
              <a:defRPr sz="2025" b="1">
                <a:solidFill>
                  <a:srgbClr val="2A78D6"/>
                </a:solidFill>
              </a:defRPr>
            </a:lvl2pPr>
            <a:lvl3pPr>
              <a:defRPr sz="2025" b="1">
                <a:solidFill>
                  <a:srgbClr val="2A78D6"/>
                </a:solidFill>
              </a:defRPr>
            </a:lvl3pPr>
            <a:lvl4pPr>
              <a:defRPr sz="2025" b="1">
                <a:solidFill>
                  <a:srgbClr val="2A78D6"/>
                </a:solidFill>
              </a:defRPr>
            </a:lvl4pPr>
            <a:lvl5pPr>
              <a:defRPr sz="2025" b="1">
                <a:solidFill>
                  <a:srgbClr val="2A78D6"/>
                </a:solidFill>
              </a:defRPr>
            </a:lvl5pPr>
            <a:lvl6pPr>
              <a:defRPr sz="2025" b="1">
                <a:solidFill>
                  <a:srgbClr val="2A78D6"/>
                </a:solidFill>
              </a:defRPr>
            </a:lvl6pPr>
            <a:lvl7pPr>
              <a:defRPr sz="2025" b="1">
                <a:solidFill>
                  <a:srgbClr val="2A78D6"/>
                </a:solidFill>
              </a:defRPr>
            </a:lvl7pPr>
            <a:lvl8pPr>
              <a:defRPr sz="2025" b="1">
                <a:solidFill>
                  <a:srgbClr val="2A78D6"/>
                </a:solidFill>
              </a:defRPr>
            </a:lvl8pPr>
            <a:lvl9pPr>
              <a:defRPr sz="20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A78D6"/>
                </a:solidFill>
              </a:defRPr>
            </a:pPr>
            <a:r>
              <a:rPr sz="2025" b="1">
                <a:solidFill>
                  <a:srgbClr val="2A78D6"/>
                </a:solidFill>
              </a:rPr>
              <a:t>A service decision connects obligation, work and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1F9E1-0B5B-4F1A-B8F6-B22E339D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25717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49BF5-E36E-43DF-8F9E-B6A0D4C8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DFDE3-FF12-4A4F-B176-AAE5317A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86570-2053-4699-BBBC-954D4454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1717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Which signed terms, dates and scope apply?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C70AF-1E02-4AE8-86ED-CB710A90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25717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41AF2-3129-4464-A238-9F502021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C475D-FE14-46F7-97F4-212CAC60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SLA case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2C6B7-C7A7-46B0-995B-36DA81BF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48000"/>
            <a:ext cx="21717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What target, event evidence and clock state apply?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E804A-37B7-4DF8-9060-95962D19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25717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34432-1EFA-4050-8E18-CB32E953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96A59F-B16E-44A4-9E64-020CD3D0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28900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ITSM 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360AA-9472-4E4B-B2D8-7F016376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21717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Who owns response, next step, escalation and handover?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4BE45-6C41-4F79-85C5-117CABAD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272415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830B5-CCD6-4EA3-8E08-4F346DAA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57450"/>
            <a:ext cx="571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C9307F-DD79-4BD1-BFD8-1FBEA8EA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289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Finance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D504FB-5B9B-46B4-94E0-3DBDF757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2324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What exposure needs independent reconciliation?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B8FC8D-F360-4D0E-894B-16A8CAC1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109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4223F"/>
                </a:solidFill>
              </a:defRPr>
            </a:defPPr>
            <a:lvl1pPr>
              <a:defRPr sz="1575" b="1">
                <a:solidFill>
                  <a:srgbClr val="14223F"/>
                </a:solidFill>
              </a:defRPr>
            </a:lvl1pPr>
            <a:lvl2pPr>
              <a:defRPr sz="1575" b="1">
                <a:solidFill>
                  <a:srgbClr val="14223F"/>
                </a:solidFill>
              </a:defRPr>
            </a:lvl2pPr>
            <a:lvl3pPr>
              <a:defRPr sz="1575" b="1">
                <a:solidFill>
                  <a:srgbClr val="14223F"/>
                </a:solidFill>
              </a:defRPr>
            </a:lvl3pPr>
            <a:lvl4pPr>
              <a:defRPr sz="1575" b="1">
                <a:solidFill>
                  <a:srgbClr val="14223F"/>
                </a:solidFill>
              </a:defRPr>
            </a:lvl4pPr>
            <a:lvl5pPr>
              <a:defRPr sz="1575" b="1">
                <a:solidFill>
                  <a:srgbClr val="14223F"/>
                </a:solidFill>
              </a:defRPr>
            </a:lvl5pPr>
            <a:lvl6pPr>
              <a:defRPr sz="1575" b="1">
                <a:solidFill>
                  <a:srgbClr val="14223F"/>
                </a:solidFill>
              </a:defRPr>
            </a:lvl6pPr>
            <a:lvl7pPr>
              <a:defRPr sz="1575" b="1">
                <a:solidFill>
                  <a:srgbClr val="14223F"/>
                </a:solidFill>
              </a:defRPr>
            </a:lvl7pPr>
            <a:lvl8pPr>
              <a:defRPr sz="1575" b="1">
                <a:solidFill>
                  <a:srgbClr val="14223F"/>
                </a:solidFill>
              </a:defRPr>
            </a:lvl8pPr>
            <a:lvl9pPr>
              <a:defRPr sz="157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4223F"/>
                </a:solidFill>
              </a:defRPr>
            </a:pPr>
            <a:r>
              <a:rPr sz="1575" b="1">
                <a:solidFill>
                  <a:srgbClr val="14223F"/>
                </a:solidFill>
              </a:rPr>
              <a:t>TIO Hub connects records; authorized owners decide contract interpretation and financial disposition.</a:t>
            </a:r>
          </a:p>
        </p:txBody>
      </p:sp>
    </p:spTree>
    <p:extLst>
      <p:ext uri="{BB962C8B-B14F-4D97-AF65-F5344CB8AC3E}">
        <p14:creationId xmlns:p14="http://schemas.microsoft.com/office/powerpoint/2010/main" val="5447316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756DFA-E12F-4832-9C48-B42EF2C3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AF5B4-1832-4F32-A5FA-589206D2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Connected records support a clearer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F058E-4E28-42DF-8BE1-B7FE0D15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A384E-35BD-40A9-A7D4-F072DD2B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Internal marketing draft 2.1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684D8-042F-4F18-9280-D106733D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3D064-DEAB-4D06-A678-220DC3DE00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5417ca5e8483d"/>
          <a:stretch xmlns:a="http://schemas.openxmlformats.org/drawingml/2006/main"/>
        </p:blipFill>
        <p:spPr>
          <a:xfrm xmlns:a="http://schemas.openxmlformats.org/drawingml/2006/main">
            <a:off x="609600" y="2343150"/>
            <a:ext cx="7239000" cy="25336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A92F66-AA6F-4280-B250-426F109C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33575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613DD-E7F8-46A9-940D-B14350D0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3357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87A24-AAEE-4401-AB2F-7838B255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05025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Follow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94778-E525-40A7-A990-290BBAF2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24125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Start with the client and affected environment.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49B79-B556-4D47-AFE0-9F7DBAEE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528A6-0D4D-4D62-8132-D437B6F6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7F4AF-9822-4F78-88FD-29397AA7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7665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Assign the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18204-0745-4CD6-A420-18DF979A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2933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Review owner, next action and due time.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F741B-CAA6-4BD3-B08D-5EBEEDE0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33950"/>
            <a:ext cx="3333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64601-A0BF-404C-9DF3-9901C177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33950"/>
            <a:ext cx="571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4EC802-91A2-46A3-8E5F-AD4340EB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0540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Review the 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7DBE7-4273-4310-8DB7-9C89D641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24500"/>
            <a:ext cx="2933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Use history and reports to validate the picture.</a:t>
            </a:r>
          </a:p>
        </p:txBody>
      </p:sp>
    </p:spTree>
    <p:extLst>
      <p:ext uri="{BB962C8B-B14F-4D97-AF65-F5344CB8AC3E}">
        <p14:creationId xmlns:p14="http://schemas.microsoft.com/office/powerpoint/2010/main" val="1438835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48916-220C-400D-91C1-2ED9A61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9E07C-D10D-4917-81F2-70E43598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Client and environment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EAD4A-A0D2-4D97-8CBB-2C029B43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2E4B3-9533-4298-94C3-9A630B2A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Internal marketing draft 2.1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07A3F-11FA-4EE3-B8E0-D8C63808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03D4E-45CB-4EF0-B0A2-BC8C843160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6dd5cad9f4e5a"/>
          <a:stretch xmlns:a="http://schemas.openxmlformats.org/drawingml/2006/main"/>
        </p:blipFill>
        <p:spPr>
          <a:xfrm xmlns:a="http://schemas.openxmlformats.org/drawingml/2006/main">
            <a:off x="833438" y="1666875"/>
            <a:ext cx="640080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4FB8A-C3E0-4AFC-AB61-0F93F374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A78D6"/>
                </a:solidFill>
              </a:defRPr>
            </a:defPPr>
            <a:lvl1pPr>
              <a:defRPr sz="1875" b="1">
                <a:solidFill>
                  <a:srgbClr val="2A78D6"/>
                </a:solidFill>
              </a:defRPr>
            </a:lvl1pPr>
            <a:lvl2pPr>
              <a:defRPr sz="1875" b="1">
                <a:solidFill>
                  <a:srgbClr val="2A78D6"/>
                </a:solidFill>
              </a:defRPr>
            </a:lvl2pPr>
            <a:lvl3pPr>
              <a:defRPr sz="1875" b="1">
                <a:solidFill>
                  <a:srgbClr val="2A78D6"/>
                </a:solidFill>
              </a:defRPr>
            </a:lvl3pPr>
            <a:lvl4pPr>
              <a:defRPr sz="1875" b="1">
                <a:solidFill>
                  <a:srgbClr val="2A78D6"/>
                </a:solidFill>
              </a:defRPr>
            </a:lvl4pPr>
            <a:lvl5pPr>
              <a:defRPr sz="1875" b="1">
                <a:solidFill>
                  <a:srgbClr val="2A78D6"/>
                </a:solidFill>
              </a:defRPr>
            </a:lvl5pPr>
            <a:lvl6pPr>
              <a:defRPr sz="1875" b="1">
                <a:solidFill>
                  <a:srgbClr val="2A78D6"/>
                </a:solidFill>
              </a:defRPr>
            </a:lvl6pPr>
            <a:lvl7pPr>
              <a:defRPr sz="1875" b="1">
                <a:solidFill>
                  <a:srgbClr val="2A78D6"/>
                </a:solidFill>
              </a:defRPr>
            </a:lvl7pPr>
            <a:lvl8pPr>
              <a:defRPr sz="1875" b="1">
                <a:solidFill>
                  <a:srgbClr val="2A78D6"/>
                </a:solidFill>
              </a:defRPr>
            </a:lvl8pPr>
            <a:lvl9pPr>
              <a:defRPr sz="187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78D6"/>
                </a:solidFill>
              </a:defRPr>
            </a:pPr>
            <a:r>
              <a:rPr sz="1875" b="1">
                <a:solidFill>
                  <a:srgbClr val="2A78D6"/>
                </a:solidFill>
              </a:rPr>
              <a:t>Keep related records together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5BBC7-6D8D-4666-824F-BED8FB51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81275"/>
            <a:ext cx="3333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4223F"/>
                </a:solidFill>
              </a:defRPr>
            </a:defPPr>
            <a:lvl1pPr>
              <a:defRPr sz="1500" b="0">
                <a:solidFill>
                  <a:srgbClr val="14223F"/>
                </a:solidFill>
              </a:defRPr>
            </a:lvl1pPr>
            <a:lvl2pPr>
              <a:defRPr sz="1500" b="0">
                <a:solidFill>
                  <a:srgbClr val="14223F"/>
                </a:solidFill>
              </a:defRPr>
            </a:lvl2pPr>
            <a:lvl3pPr>
              <a:defRPr sz="1500" b="0">
                <a:solidFill>
                  <a:srgbClr val="14223F"/>
                </a:solidFill>
              </a:defRPr>
            </a:lvl3pPr>
            <a:lvl4pPr>
              <a:defRPr sz="1500" b="0">
                <a:solidFill>
                  <a:srgbClr val="14223F"/>
                </a:solidFill>
              </a:defRPr>
            </a:lvl4pPr>
            <a:lvl5pPr>
              <a:defRPr sz="1500" b="0">
                <a:solidFill>
                  <a:srgbClr val="14223F"/>
                </a:solidFill>
              </a:defRPr>
            </a:lvl5pPr>
            <a:lvl6pPr>
              <a:defRPr sz="1500" b="0">
                <a:solidFill>
                  <a:srgbClr val="14223F"/>
                </a:solidFill>
              </a:defRPr>
            </a:lvl6pPr>
            <a:lvl7pPr>
              <a:defRPr sz="1500" b="0">
                <a:solidFill>
                  <a:srgbClr val="14223F"/>
                </a:solidFill>
              </a:defRPr>
            </a:lvl7pPr>
            <a:lvl8pPr>
              <a:defRPr sz="1500" b="0">
                <a:solidFill>
                  <a:srgbClr val="14223F"/>
                </a:solidFill>
              </a:defRPr>
            </a:lvl8pPr>
            <a:lvl9pPr>
              <a:defRPr sz="1500" b="0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Clients, projects and environments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Products, versions and infrastructure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Reported condition with evidence 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Contacts and responsibility boundaries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FEBC5-E783-4313-9BC5-83459006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530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177"/>
                </a:solidFill>
              </a:defRPr>
            </a:defPPr>
            <a:lvl1pPr>
              <a:defRPr sz="1125" b="0">
                <a:solidFill>
                  <a:srgbClr val="536177"/>
                </a:solidFill>
              </a:defRPr>
            </a:lvl1pPr>
            <a:lvl2pPr>
              <a:defRPr sz="1125" b="0">
                <a:solidFill>
                  <a:srgbClr val="536177"/>
                </a:solidFill>
              </a:defRPr>
            </a:lvl2pPr>
            <a:lvl3pPr>
              <a:defRPr sz="1125" b="0">
                <a:solidFill>
                  <a:srgbClr val="536177"/>
                </a:solidFill>
              </a:defRPr>
            </a:lvl3pPr>
            <a:lvl4pPr>
              <a:defRPr sz="1125" b="0">
                <a:solidFill>
                  <a:srgbClr val="536177"/>
                </a:solidFill>
              </a:defRPr>
            </a:lvl4pPr>
            <a:lvl5pPr>
              <a:defRPr sz="1125" b="0">
                <a:solidFill>
                  <a:srgbClr val="536177"/>
                </a:solidFill>
              </a:defRPr>
            </a:lvl5pPr>
            <a:lvl6pPr>
              <a:defRPr sz="1125" b="0">
                <a:solidFill>
                  <a:srgbClr val="536177"/>
                </a:solidFill>
              </a:defRPr>
            </a:lvl6pPr>
            <a:lvl7pPr>
              <a:defRPr sz="1125" b="0">
                <a:solidFill>
                  <a:srgbClr val="536177"/>
                </a:solidFill>
              </a:defRPr>
            </a:lvl7pPr>
            <a:lvl8pPr>
              <a:defRPr sz="1125" b="0">
                <a:solidFill>
                  <a:srgbClr val="536177"/>
                </a:solidFill>
              </a:defRPr>
            </a:lvl8pPr>
            <a:lvl9pPr>
              <a:defRPr sz="1125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177"/>
                </a:solidFill>
              </a:defRPr>
            </a:pPr>
            <a:r>
              <a:rPr sz="1125" b="0">
                <a:solidFill>
                  <a:srgbClr val="536177"/>
                </a:solidFill>
              </a:rPr>
              <a:t>Records are maintained by users; the system does not discover or monitor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428323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A9196-30A0-49CA-8C12-555A21FB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B001B-FB3E-4FD9-8822-7A1AA4AE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Cases and commitments make work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7F6A3-D497-43CD-8BEB-346EB9B7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AD9DC-FE5F-4FA0-B3B0-1A9C21CB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Internal marketing draft 2.1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DEFBA-E2EA-4AD0-B66E-48BB4876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41C12-CE0F-4482-9E64-0055460DFF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080817f3c44cd9"/>
          <a:stretch xmlns:a="http://schemas.openxmlformats.org/drawingml/2006/main"/>
        </p:blipFill>
        <p:spPr>
          <a:xfrm xmlns:a="http://schemas.openxmlformats.org/drawingml/2006/main">
            <a:off x="1019175" y="1666875"/>
            <a:ext cx="6553200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B1A92-2B94-4ED9-A1D5-8623465B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716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A78D6"/>
                </a:solidFill>
              </a:defRPr>
            </a:defPPr>
            <a:lvl1pPr>
              <a:defRPr sz="1875" b="1">
                <a:solidFill>
                  <a:srgbClr val="2A78D6"/>
                </a:solidFill>
              </a:defRPr>
            </a:lvl1pPr>
            <a:lvl2pPr>
              <a:defRPr sz="1875" b="1">
                <a:solidFill>
                  <a:srgbClr val="2A78D6"/>
                </a:solidFill>
              </a:defRPr>
            </a:lvl2pPr>
            <a:lvl3pPr>
              <a:defRPr sz="1875" b="1">
                <a:solidFill>
                  <a:srgbClr val="2A78D6"/>
                </a:solidFill>
              </a:defRPr>
            </a:lvl3pPr>
            <a:lvl4pPr>
              <a:defRPr sz="1875" b="1">
                <a:solidFill>
                  <a:srgbClr val="2A78D6"/>
                </a:solidFill>
              </a:defRPr>
            </a:lvl4pPr>
            <a:lvl5pPr>
              <a:defRPr sz="1875" b="1">
                <a:solidFill>
                  <a:srgbClr val="2A78D6"/>
                </a:solidFill>
              </a:defRPr>
            </a:lvl5pPr>
            <a:lvl6pPr>
              <a:defRPr sz="1875" b="1">
                <a:solidFill>
                  <a:srgbClr val="2A78D6"/>
                </a:solidFill>
              </a:defRPr>
            </a:lvl6pPr>
            <a:lvl7pPr>
              <a:defRPr sz="1875" b="1">
                <a:solidFill>
                  <a:srgbClr val="2A78D6"/>
                </a:solidFill>
              </a:defRPr>
            </a:lvl7pPr>
            <a:lvl8pPr>
              <a:defRPr sz="1875" b="1">
                <a:solidFill>
                  <a:srgbClr val="2A78D6"/>
                </a:solidFill>
              </a:defRPr>
            </a:lvl8pPr>
            <a:lvl9pPr>
              <a:defRPr sz="187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78D6"/>
                </a:solidFill>
              </a:defRPr>
            </a:pPr>
            <a:r>
              <a:rPr sz="1875" b="1">
                <a:solidFill>
                  <a:srgbClr val="2A78D6"/>
                </a:solidFill>
              </a:rPr>
              <a:t>Case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D0104-0463-467C-BE52-6217A0D4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2857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4223F"/>
                </a:solidFill>
              </a:defRPr>
            </a:defPPr>
            <a:lvl1pPr>
              <a:defRPr sz="1425" b="0">
                <a:solidFill>
                  <a:srgbClr val="14223F"/>
                </a:solidFill>
              </a:defRPr>
            </a:lvl1pPr>
            <a:lvl2pPr>
              <a:defRPr sz="1425" b="0">
                <a:solidFill>
                  <a:srgbClr val="14223F"/>
                </a:solidFill>
              </a:defRPr>
            </a:lvl2pPr>
            <a:lvl3pPr>
              <a:defRPr sz="1425" b="0">
                <a:solidFill>
                  <a:srgbClr val="14223F"/>
                </a:solidFill>
              </a:defRPr>
            </a:lvl3pPr>
            <a:lvl4pPr>
              <a:defRPr sz="1425" b="0">
                <a:solidFill>
                  <a:srgbClr val="14223F"/>
                </a:solidFill>
              </a:defRPr>
            </a:lvl4pPr>
            <a:lvl5pPr>
              <a:defRPr sz="1425" b="0">
                <a:solidFill>
                  <a:srgbClr val="14223F"/>
                </a:solidFill>
              </a:defRPr>
            </a:lvl5pPr>
            <a:lvl6pPr>
              <a:defRPr sz="1425" b="0">
                <a:solidFill>
                  <a:srgbClr val="14223F"/>
                </a:solidFill>
              </a:defRPr>
            </a:lvl6pPr>
            <a:lvl7pPr>
              <a:defRPr sz="1425" b="0">
                <a:solidFill>
                  <a:srgbClr val="14223F"/>
                </a:solidFill>
              </a:defRPr>
            </a:lvl7pPr>
            <a:lvl8pPr>
              <a:defRPr sz="1425" b="0">
                <a:solidFill>
                  <a:srgbClr val="14223F"/>
                </a:solidFill>
              </a:defRPr>
            </a:lvl8pPr>
            <a:lvl9pPr>
              <a:defRPr sz="1425" b="0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4223F"/>
                </a:solidFill>
              </a:defRPr>
            </a:pPr>
            <a:r>
              <a:rPr sz="1425" b="0">
                <a:solidFill>
                  <a:srgbClr val="14223F"/>
                </a:solidFill>
              </a:rPr>
              <a:t>Affected records</a:t>
            </a:r>
          </a:p>
          <a:p xmlns:a="http://schemas.openxmlformats.org/drawingml/2006/main">
            <a:pPr>
              <a:defRPr sz="1425" b="0">
                <a:solidFill>
                  <a:srgbClr val="14223F"/>
                </a:solidFill>
              </a:defRPr>
            </a:pPr>
            <a:r>
              <a:rPr sz="1425" b="0">
                <a:solidFill>
                  <a:srgbClr val="14223F"/>
                </a:solidFill>
              </a:rPr>
              <a:t>Owner and priority</a:t>
            </a:r>
          </a:p>
          <a:p xmlns:a="http://schemas.openxmlformats.org/drawingml/2006/main">
            <a:pPr>
              <a:defRPr sz="1425" b="0">
                <a:solidFill>
                  <a:srgbClr val="14223F"/>
                </a:solidFill>
              </a:defRPr>
            </a:pPr>
            <a:r>
              <a:rPr sz="1425" b="0">
                <a:solidFill>
                  <a:srgbClr val="14223F"/>
                </a:solidFill>
              </a:rPr>
              <a:t>Next action and due date</a:t>
            </a:r>
          </a:p>
          <a:p xmlns:a="http://schemas.openxmlformats.org/drawingml/2006/main">
            <a:pPr>
              <a:defRPr sz="1425" b="0">
                <a:solidFill>
                  <a:srgbClr val="14223F"/>
                </a:solidFill>
              </a:defRPr>
            </a:pPr>
            <a:r>
              <a:rPr sz="1425" b="0">
                <a:solidFill>
                  <a:srgbClr val="14223F"/>
                </a:solidFill>
              </a:rPr>
              <a:t>Status and event history</a:t>
            </a:r>
          </a:p>
          <a:p xmlns:a="http://schemas.openxmlformats.org/drawingml/2006/main">
            <a:pPr>
              <a:defRPr sz="1425" b="0">
                <a:solidFill>
                  <a:srgbClr val="14223F"/>
                </a:solidFill>
              </a:defRPr>
            </a:pPr>
            <a:r>
              <a:rPr sz="1425" b="0">
                <a:solidFill>
                  <a:srgbClr val="14223F"/>
                </a:solidFill>
              </a:rPr>
              <a:t>Manual Jira reference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A32F8-D7A3-4BFB-A303-67D4776E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29200"/>
            <a:ext cx="304800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0D8A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7D409-B045-4EF7-B322-EB6832D8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10175"/>
            <a:ext cx="2686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4223F"/>
                </a:solidFill>
              </a:defRPr>
            </a:defPPr>
            <a:lvl1pPr>
              <a:defRPr sz="1200" b="1">
                <a:solidFill>
                  <a:srgbClr val="14223F"/>
                </a:solidFill>
              </a:defRPr>
            </a:lvl1pPr>
            <a:lvl2pPr>
              <a:defRPr sz="1200" b="1">
                <a:solidFill>
                  <a:srgbClr val="14223F"/>
                </a:solidFill>
              </a:defRPr>
            </a:lvl2pPr>
            <a:lvl3pPr>
              <a:defRPr sz="1200" b="1">
                <a:solidFill>
                  <a:srgbClr val="14223F"/>
                </a:solidFill>
              </a:defRPr>
            </a:lvl3pPr>
            <a:lvl4pPr>
              <a:defRPr sz="1200" b="1">
                <a:solidFill>
                  <a:srgbClr val="14223F"/>
                </a:solidFill>
              </a:defRPr>
            </a:lvl4pPr>
            <a:lvl5pPr>
              <a:defRPr sz="1200" b="1">
                <a:solidFill>
                  <a:srgbClr val="14223F"/>
                </a:solidFill>
              </a:defRPr>
            </a:lvl5pPr>
            <a:lvl6pPr>
              <a:defRPr sz="1200" b="1">
                <a:solidFill>
                  <a:srgbClr val="14223F"/>
                </a:solidFill>
              </a:defRPr>
            </a:lvl6pPr>
            <a:lvl7pPr>
              <a:defRPr sz="1200" b="1">
                <a:solidFill>
                  <a:srgbClr val="14223F"/>
                </a:solidFill>
              </a:defRPr>
            </a:lvl7pPr>
            <a:lvl8pPr>
              <a:defRPr sz="1200" b="1">
                <a:solidFill>
                  <a:srgbClr val="14223F"/>
                </a:solidFill>
              </a:defRPr>
            </a:lvl8pPr>
            <a:lvl9pPr>
              <a:defRPr sz="120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4223F"/>
                </a:solidFill>
              </a:defRPr>
            </a:pPr>
            <a:r>
              <a:rPr sz="1200" b="1">
                <a:solidFill>
                  <a:srgbClr val="14223F"/>
                </a:solidFill>
              </a:rPr>
              <a:t>Handover and coverage help teams transfer context.</a:t>
            </a:r>
          </a:p>
        </p:txBody>
      </p:sp>
    </p:spTree>
    <p:extLst>
      <p:ext uri="{BB962C8B-B14F-4D97-AF65-F5344CB8AC3E}">
        <p14:creationId xmlns:p14="http://schemas.microsoft.com/office/powerpoint/2010/main" val="1460980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078DD6-1FD1-4B9E-BF02-4C57CFB1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0E16E-1EC5-480D-8742-B9BB443A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Measure the obligation; review exposure separately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648BA-C102-4273-992F-2A3C12BE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AEB9B-B15F-46B9-B602-95B682C7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Internal marketing draft 2.1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3759D-5FB7-4C90-ABF5-4953E963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C5CDC-7B6F-4AE0-B770-E21D483E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5C1D8-4B4B-4FBE-BBF7-98BFE93C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AB3D2-1A31-42B5-A225-90DE0F36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1  Verify the terms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EBED1-6B73-485D-839F-EC6C32C1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28384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Same-client contract, dates, target, support window and pause rule.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9DB36-030E-4243-BCF7-42A444C3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2600B-3141-47C0-8850-53375766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ED680-C52F-43E7-9DC8-BB6EA4EB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717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2  Operate the 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B2C9A-322C-4413-A9D6-C303F39F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90800"/>
            <a:ext cx="28384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Record actual response, resolution and customer-wait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15C93-3AF2-481D-9840-4FC5DFC0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AF15B-816A-464D-8065-1A561A07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BB3CB-73C8-440E-9079-081D9F6D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717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3  Reconcile candidates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E7E121-8895-462C-B968-B5CCCF3B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90800"/>
            <a:ext cx="28384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Finance checks clause, term cohort, cap, corrections and approvals.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20AD3-21A4-4E66-91B9-C49B23D3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4223F"/>
                </a:solidFill>
              </a:defRPr>
            </a:defPPr>
            <a:lvl1pPr>
              <a:defRPr sz="1500" b="1">
                <a:solidFill>
                  <a:srgbClr val="14223F"/>
                </a:solidFill>
              </a:defRPr>
            </a:lvl1pPr>
            <a:lvl2pPr>
              <a:defRPr sz="1500" b="1">
                <a:solidFill>
                  <a:srgbClr val="14223F"/>
                </a:solidFill>
              </a:defRPr>
            </a:lvl2pPr>
            <a:lvl3pPr>
              <a:defRPr sz="1500" b="1">
                <a:solidFill>
                  <a:srgbClr val="14223F"/>
                </a:solidFill>
              </a:defRPr>
            </a:lvl3pPr>
            <a:lvl4pPr>
              <a:defRPr sz="1500" b="1">
                <a:solidFill>
                  <a:srgbClr val="14223F"/>
                </a:solidFill>
              </a:defRPr>
            </a:lvl4pPr>
            <a:lvl5pPr>
              <a:defRPr sz="1500" b="1">
                <a:solidFill>
                  <a:srgbClr val="14223F"/>
                </a:solidFill>
              </a:defRPr>
            </a:lvl5pPr>
            <a:lvl6pPr>
              <a:defRPr sz="1500" b="1">
                <a:solidFill>
                  <a:srgbClr val="14223F"/>
                </a:solidFill>
              </a:defRPr>
            </a:lvl6pPr>
            <a:lvl7pPr>
              <a:defRPr sz="1500" b="1">
                <a:solidFill>
                  <a:srgbClr val="14223F"/>
                </a:solidFill>
              </a:defRPr>
            </a:lvl7pPr>
            <a:lvl8pPr>
              <a:defRPr sz="1500" b="1">
                <a:solidFill>
                  <a:srgbClr val="14223F"/>
                </a:solidFill>
              </a:defRPr>
            </a:lvl8pPr>
            <a:lvl9pPr>
              <a:defRPr sz="150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4223F"/>
                </a:solidFill>
              </a:defRPr>
            </a:pPr>
            <a:r>
              <a:rPr sz="1500" b="1">
                <a:solidFill>
                  <a:srgbClr val="14223F"/>
                </a:solidFill>
              </a:rPr>
              <a:t>Rates exclude pending and not-measurable obligations; at-risk is a 24-hour warning.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BF83EC-F782-4CFA-B6A9-3637466C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36177"/>
                </a:solidFill>
              </a:defRPr>
            </a:defPPr>
            <a:lvl1pPr>
              <a:defRPr sz="1275" b="0">
                <a:solidFill>
                  <a:srgbClr val="536177"/>
                </a:solidFill>
              </a:defRPr>
            </a:lvl1pPr>
            <a:lvl2pPr>
              <a:defRPr sz="1275" b="0">
                <a:solidFill>
                  <a:srgbClr val="536177"/>
                </a:solidFill>
              </a:defRPr>
            </a:lvl2pPr>
            <a:lvl3pPr>
              <a:defRPr sz="1275" b="0">
                <a:solidFill>
                  <a:srgbClr val="536177"/>
                </a:solidFill>
              </a:defRPr>
            </a:lvl3pPr>
            <a:lvl4pPr>
              <a:defRPr sz="1275" b="0">
                <a:solidFill>
                  <a:srgbClr val="536177"/>
                </a:solidFill>
              </a:defRPr>
            </a:lvl4pPr>
            <a:lvl5pPr>
              <a:defRPr sz="1275" b="0">
                <a:solidFill>
                  <a:srgbClr val="536177"/>
                </a:solidFill>
              </a:defRPr>
            </a:lvl5pPr>
            <a:lvl6pPr>
              <a:defRPr sz="1275" b="0">
                <a:solidFill>
                  <a:srgbClr val="536177"/>
                </a:solidFill>
              </a:defRPr>
            </a:lvl6pPr>
            <a:lvl7pPr>
              <a:defRPr sz="1275" b="0">
                <a:solidFill>
                  <a:srgbClr val="536177"/>
                </a:solidFill>
              </a:defRPr>
            </a:lvl7pPr>
            <a:lvl8pPr>
              <a:defRPr sz="1275" b="0">
                <a:solidFill>
                  <a:srgbClr val="536177"/>
                </a:solidFill>
              </a:defRPr>
            </a:lvl8pPr>
            <a:lvl9pPr>
              <a:defRPr sz="1275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177"/>
                </a:solidFill>
              </a:defRPr>
            </a:pPr>
            <a:r>
              <a:rPr sz="1275" b="0">
                <a:solidFill>
                  <a:srgbClr val="536177"/>
                </a:solidFill>
              </a:rPr>
              <a:t>Assessments are indicative only. No invoice, payment, credit or accounting settlement.</a:t>
            </a:r>
          </a:p>
        </p:txBody>
      </p:sp>
    </p:spTree>
    <p:extLst>
      <p:ext uri="{BB962C8B-B14F-4D97-AF65-F5344CB8AC3E}">
        <p14:creationId xmlns:p14="http://schemas.microsoft.com/office/powerpoint/2010/main" val="14174816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B3981-4B6C-4781-B173-CCB1D565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A9986-698F-4621-A6D1-1AB95744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Reporting Center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C239D-9141-4A8E-BF0E-37C2F850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D17F0-D4C0-40A9-BD05-469BD51F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Internal marketing draft 2.1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EC277-81FE-418A-9CC3-08612090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61916-128A-4F97-9055-983A44BCED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a0589bc28461f"/>
          <a:stretch xmlns:a="http://schemas.openxmlformats.org/drawingml/2006/main"/>
        </p:blipFill>
        <p:spPr>
          <a:xfrm xmlns:a="http://schemas.openxmlformats.org/drawingml/2006/main">
            <a:off x="685800" y="1619250"/>
            <a:ext cx="6096000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667C3-E8CE-41CD-B625-AD184A0A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573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A78D6"/>
                </a:solidFill>
              </a:defRPr>
            </a:defPPr>
            <a:lvl1pPr>
              <a:defRPr sz="1875" b="1">
                <a:solidFill>
                  <a:srgbClr val="2A78D6"/>
                </a:solidFill>
              </a:defRPr>
            </a:lvl1pPr>
            <a:lvl2pPr>
              <a:defRPr sz="1875" b="1">
                <a:solidFill>
                  <a:srgbClr val="2A78D6"/>
                </a:solidFill>
              </a:defRPr>
            </a:lvl2pPr>
            <a:lvl3pPr>
              <a:defRPr sz="1875" b="1">
                <a:solidFill>
                  <a:srgbClr val="2A78D6"/>
                </a:solidFill>
              </a:defRPr>
            </a:lvl3pPr>
            <a:lvl4pPr>
              <a:defRPr sz="1875" b="1">
                <a:solidFill>
                  <a:srgbClr val="2A78D6"/>
                </a:solidFill>
              </a:defRPr>
            </a:lvl4pPr>
            <a:lvl5pPr>
              <a:defRPr sz="1875" b="1">
                <a:solidFill>
                  <a:srgbClr val="2A78D6"/>
                </a:solidFill>
              </a:defRPr>
            </a:lvl5pPr>
            <a:lvl6pPr>
              <a:defRPr sz="1875" b="1">
                <a:solidFill>
                  <a:srgbClr val="2A78D6"/>
                </a:solidFill>
              </a:defRPr>
            </a:lvl6pPr>
            <a:lvl7pPr>
              <a:defRPr sz="1875" b="1">
                <a:solidFill>
                  <a:srgbClr val="2A78D6"/>
                </a:solidFill>
              </a:defRPr>
            </a:lvl7pPr>
            <a:lvl8pPr>
              <a:defRPr sz="1875" b="1">
                <a:solidFill>
                  <a:srgbClr val="2A78D6"/>
                </a:solidFill>
              </a:defRPr>
            </a:lvl8pPr>
            <a:lvl9pPr>
              <a:defRPr sz="187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78D6"/>
                </a:solidFill>
              </a:defRPr>
            </a:pPr>
            <a:r>
              <a:rPr sz="1875" b="1">
                <a:solidFill>
                  <a:srgbClr val="2A78D6"/>
                </a:solidFill>
              </a:rPr>
              <a:t>Preview, filter and export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01200-5E74-43AB-9B4E-399E0D03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14550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4223F"/>
                </a:solidFill>
              </a:defRPr>
            </a:defPPr>
            <a:lvl1pPr>
              <a:defRPr sz="1350" b="0">
                <a:solidFill>
                  <a:srgbClr val="14223F"/>
                </a:solidFill>
              </a:defRPr>
            </a:lvl1pPr>
            <a:lvl2pPr>
              <a:defRPr sz="1350" b="0">
                <a:solidFill>
                  <a:srgbClr val="14223F"/>
                </a:solidFill>
              </a:defRPr>
            </a:lvl2pPr>
            <a:lvl3pPr>
              <a:defRPr sz="1350" b="0">
                <a:solidFill>
                  <a:srgbClr val="14223F"/>
                </a:solidFill>
              </a:defRPr>
            </a:lvl3pPr>
            <a:lvl4pPr>
              <a:defRPr sz="1350" b="0">
                <a:solidFill>
                  <a:srgbClr val="14223F"/>
                </a:solidFill>
              </a:defRPr>
            </a:lvl4pPr>
            <a:lvl5pPr>
              <a:defRPr sz="1350" b="0">
                <a:solidFill>
                  <a:srgbClr val="14223F"/>
                </a:solidFill>
              </a:defRPr>
            </a:lvl5pPr>
            <a:lvl6pPr>
              <a:defRPr sz="1350" b="0">
                <a:solidFill>
                  <a:srgbClr val="14223F"/>
                </a:solidFill>
              </a:defRPr>
            </a:lvl6pPr>
            <a:lvl7pPr>
              <a:defRPr sz="1350" b="0">
                <a:solidFill>
                  <a:srgbClr val="14223F"/>
                </a:solidFill>
              </a:defRPr>
            </a:lvl7pPr>
            <a:lvl8pPr>
              <a:defRPr sz="1350" b="0">
                <a:solidFill>
                  <a:srgbClr val="14223F"/>
                </a:solidFill>
              </a:defRPr>
            </a:lvl8pPr>
            <a:lvl9pPr>
              <a:defRPr sz="1350" b="0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Server-validated filters</a:t>
            </a:r>
          </a:p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Access-scoped preview</a:t>
            </a:r>
          </a:p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CSV and Excel exports</a:t>
            </a:r>
          </a:p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Export history and schedules</a:t>
            </a:r>
          </a:p>
          <a:p xmlns:a="http://schemas.openxmlformats.org/drawingml/2006/main">
            <a:pPr>
              <a:defRPr sz="1350" b="0">
                <a:solidFill>
                  <a:srgbClr val="14223F"/>
                </a:solidFill>
              </a:defRPr>
            </a:pPr>
            <a:r>
              <a:rPr sz="1350" b="0">
                <a:solidFill>
                  <a:srgbClr val="14223F"/>
                </a:solidFill>
              </a:rPr>
              <a:t>In-hub notifications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A84DF748-611A-4FB3-9F22-5166EE14FA32}"/>
              </a:ext>
            </a:extLst>
          </p:cNvPr>
          <p:cNvGraphicFramePr/>
          <p:nvPr/>
        </p:nvGraphicFramePr>
        <p:xfrm>
          <a:off xmlns:a="http://schemas.openxmlformats.org/drawingml/2006/main" x="7191375" y="3667125"/>
          <a:ext xmlns:a="http://schemas.openxmlformats.org/drawingml/2006/main" cx="4305300" cy="214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3e193854184e0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8D27B-24A0-4EEA-88CE-FC9E04AD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9340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36177"/>
                </a:solidFill>
              </a:defRPr>
            </a:defPPr>
            <a:lvl1pPr>
              <a:defRPr sz="975" b="0">
                <a:solidFill>
                  <a:srgbClr val="536177"/>
                </a:solidFill>
              </a:defRPr>
            </a:lvl1pPr>
            <a:lvl2pPr>
              <a:defRPr sz="975" b="0">
                <a:solidFill>
                  <a:srgbClr val="536177"/>
                </a:solidFill>
              </a:defRPr>
            </a:lvl2pPr>
            <a:lvl3pPr>
              <a:defRPr sz="975" b="0">
                <a:solidFill>
                  <a:srgbClr val="536177"/>
                </a:solidFill>
              </a:defRPr>
            </a:lvl3pPr>
            <a:lvl4pPr>
              <a:defRPr sz="975" b="0">
                <a:solidFill>
                  <a:srgbClr val="536177"/>
                </a:solidFill>
              </a:defRPr>
            </a:lvl4pPr>
            <a:lvl5pPr>
              <a:defRPr sz="975" b="0">
                <a:solidFill>
                  <a:srgbClr val="536177"/>
                </a:solidFill>
              </a:defRPr>
            </a:lvl5pPr>
            <a:lvl6pPr>
              <a:defRPr sz="975" b="0">
                <a:solidFill>
                  <a:srgbClr val="536177"/>
                </a:solidFill>
              </a:defRPr>
            </a:lvl6pPr>
            <a:lvl7pPr>
              <a:defRPr sz="975" b="0">
                <a:solidFill>
                  <a:srgbClr val="536177"/>
                </a:solidFill>
              </a:defRPr>
            </a:lvl7pPr>
            <a:lvl8pPr>
              <a:defRPr sz="975" b="0">
                <a:solidFill>
                  <a:srgbClr val="536177"/>
                </a:solidFill>
              </a:defRPr>
            </a:lvl8pPr>
            <a:lvl9pPr>
              <a:defRPr sz="975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36177"/>
                </a:solidFill>
              </a:defRPr>
            </a:pPr>
            <a:r>
              <a:rPr sz="975" b="0">
                <a:solidFill>
                  <a:srgbClr val="536177"/>
                </a:solidFill>
              </a:rPr>
              <a:t>Example data only. No customer or performance claim.</a:t>
            </a:r>
          </a:p>
        </p:txBody>
      </p:sp>
    </p:spTree>
    <p:extLst>
      <p:ext uri="{BB962C8B-B14F-4D97-AF65-F5344CB8AC3E}">
        <p14:creationId xmlns:p14="http://schemas.microsoft.com/office/powerpoint/2010/main" val="10067383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F8B603-3F76-4B68-A368-5442883E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0867C-9147-40FF-A0AC-84DD1960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A controlled application and data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49A1F-34A3-46C7-A694-C079457B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37D5B-FE9A-4CE9-B2F6-498E471C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Internal marketing draft 2.1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8F188-122B-4FBF-8611-20A1ACBD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F3727-1015-4BFF-BEA0-EAD8E42D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DOCUMENTED PRODUCTION SHAPE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EA327-EDC2-4A9F-8EA2-278C53A8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492B0-1322-4B6A-9B1B-86002767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D1E22-6AAA-4C28-990D-C9DD4C7B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IIS and ASP.NET 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E4AFD-D9B9-4B3C-8404-7EFC6C07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One web application serves the React interface and API.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C2147-5243-4F27-9B97-7404E2F4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5740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9C390-E478-4F73-9E4A-926518ED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574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D86F2-1F55-420F-BAD3-751B4BF0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288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SQL 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03877-8E27-4F73-82D2-1D683FE8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479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Relational records, access data, audit and reporting metadata.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5E54CB-43C0-4ECC-8B03-97540779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5740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7F1D3D-07D2-41C5-AA9F-96F2B86A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574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B060F-CCAA-4698-96E9-68801A02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28850"/>
            <a:ext cx="274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223F"/>
                </a:solidFill>
              </a:defRPr>
            </a:defPPr>
            <a:lvl1pPr>
              <a:defRPr sz="1650" b="1">
                <a:solidFill>
                  <a:srgbClr val="14223F"/>
                </a:solidFill>
              </a:defRPr>
            </a:lvl1pPr>
            <a:lvl2pPr>
              <a:defRPr sz="1650" b="1">
                <a:solidFill>
                  <a:srgbClr val="14223F"/>
                </a:solidFill>
              </a:defRPr>
            </a:lvl2pPr>
            <a:lvl3pPr>
              <a:defRPr sz="1650" b="1">
                <a:solidFill>
                  <a:srgbClr val="14223F"/>
                </a:solidFill>
              </a:defRPr>
            </a:lvl3pPr>
            <a:lvl4pPr>
              <a:defRPr sz="1650" b="1">
                <a:solidFill>
                  <a:srgbClr val="14223F"/>
                </a:solidFill>
              </a:defRPr>
            </a:lvl4pPr>
            <a:lvl5pPr>
              <a:defRPr sz="1650" b="1">
                <a:solidFill>
                  <a:srgbClr val="14223F"/>
                </a:solidFill>
              </a:defRPr>
            </a:lvl5pPr>
            <a:lvl6pPr>
              <a:defRPr sz="1650" b="1">
                <a:solidFill>
                  <a:srgbClr val="14223F"/>
                </a:solidFill>
              </a:defRPr>
            </a:lvl6pPr>
            <a:lvl7pPr>
              <a:defRPr sz="1650" b="1">
                <a:solidFill>
                  <a:srgbClr val="14223F"/>
                </a:solidFill>
              </a:defRPr>
            </a:lvl7pPr>
            <a:lvl8pPr>
              <a:defRPr sz="1650" b="1">
                <a:solidFill>
                  <a:srgbClr val="14223F"/>
                </a:solidFill>
              </a:defRPr>
            </a:lvl8pPr>
            <a:lvl9pPr>
              <a:defRPr sz="1650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223F"/>
                </a:solidFill>
              </a:defRPr>
            </a:pPr>
            <a:r>
              <a:rPr sz="1650" b="1">
                <a:solidFill>
                  <a:srgbClr val="14223F"/>
                </a:solidFill>
              </a:rPr>
              <a:t>File storage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D2701E-D906-453C-B31A-111A2552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479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177"/>
                </a:solidFill>
              </a:defRPr>
            </a:defPPr>
            <a:lvl1pPr>
              <a:defRPr sz="1350" b="0">
                <a:solidFill>
                  <a:srgbClr val="536177"/>
                </a:solidFill>
              </a:defRPr>
            </a:lvl1pPr>
            <a:lvl2pPr>
              <a:defRPr sz="1350" b="0">
                <a:solidFill>
                  <a:srgbClr val="536177"/>
                </a:solidFill>
              </a:defRPr>
            </a:lvl2pPr>
            <a:lvl3pPr>
              <a:defRPr sz="1350" b="0">
                <a:solidFill>
                  <a:srgbClr val="536177"/>
                </a:solidFill>
              </a:defRPr>
            </a:lvl3pPr>
            <a:lvl4pPr>
              <a:defRPr sz="1350" b="0">
                <a:solidFill>
                  <a:srgbClr val="536177"/>
                </a:solidFill>
              </a:defRPr>
            </a:lvl4pPr>
            <a:lvl5pPr>
              <a:defRPr sz="1350" b="0">
                <a:solidFill>
                  <a:srgbClr val="536177"/>
                </a:solidFill>
              </a:defRPr>
            </a:lvl5pPr>
            <a:lvl6pPr>
              <a:defRPr sz="1350" b="0">
                <a:solidFill>
                  <a:srgbClr val="536177"/>
                </a:solidFill>
              </a:defRPr>
            </a:lvl6pPr>
            <a:lvl7pPr>
              <a:defRPr sz="1350" b="0">
                <a:solidFill>
                  <a:srgbClr val="536177"/>
                </a:solidFill>
              </a:defRPr>
            </a:lvl7pPr>
            <a:lvl8pPr>
              <a:defRPr sz="1350" b="0">
                <a:solidFill>
                  <a:srgbClr val="536177"/>
                </a:solidFill>
              </a:defRPr>
            </a:lvl8pPr>
            <a:lvl9pPr>
              <a:defRPr sz="135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177"/>
                </a:solidFill>
              </a:defRPr>
            </a:pPr>
            <a:r>
              <a:rPr sz="1350" b="0">
                <a:solidFill>
                  <a:srgbClr val="536177"/>
                </a:solidFill>
              </a:rPr>
              <a:t>Attachments and exports need matching access and backup controls.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E5E17E-F6C0-41A9-99D8-87C68302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2A78D6"/>
                </a:solidFill>
              </a:defRPr>
            </a:defPPr>
            <a:lvl1pPr>
              <a:defRPr sz="1875" b="1">
                <a:solidFill>
                  <a:srgbClr val="2A78D6"/>
                </a:solidFill>
              </a:defRPr>
            </a:lvl1pPr>
            <a:lvl2pPr>
              <a:defRPr sz="1875" b="1">
                <a:solidFill>
                  <a:srgbClr val="2A78D6"/>
                </a:solidFill>
              </a:defRPr>
            </a:lvl2pPr>
            <a:lvl3pPr>
              <a:defRPr sz="1875" b="1">
                <a:solidFill>
                  <a:srgbClr val="2A78D6"/>
                </a:solidFill>
              </a:defRPr>
            </a:lvl3pPr>
            <a:lvl4pPr>
              <a:defRPr sz="1875" b="1">
                <a:solidFill>
                  <a:srgbClr val="2A78D6"/>
                </a:solidFill>
              </a:defRPr>
            </a:lvl4pPr>
            <a:lvl5pPr>
              <a:defRPr sz="1875" b="1">
                <a:solidFill>
                  <a:srgbClr val="2A78D6"/>
                </a:solidFill>
              </a:defRPr>
            </a:lvl5pPr>
            <a:lvl6pPr>
              <a:defRPr sz="1875" b="1">
                <a:solidFill>
                  <a:srgbClr val="2A78D6"/>
                </a:solidFill>
              </a:defRPr>
            </a:lvl6pPr>
            <a:lvl7pPr>
              <a:defRPr sz="1875" b="1">
                <a:solidFill>
                  <a:srgbClr val="2A78D6"/>
                </a:solidFill>
              </a:defRPr>
            </a:lvl7pPr>
            <a:lvl8pPr>
              <a:defRPr sz="1875" b="1">
                <a:solidFill>
                  <a:srgbClr val="2A78D6"/>
                </a:solidFill>
              </a:defRPr>
            </a:lvl8pPr>
            <a:lvl9pPr>
              <a:defRPr sz="187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A78D6"/>
                </a:solidFill>
              </a:defRPr>
            </a:pPr>
            <a:r>
              <a:rPr sz="1875" b="1">
                <a:solidFill>
                  <a:srgbClr val="2A78D6"/>
                </a:solidFill>
              </a:rPr>
              <a:t>Release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F569A4-67E1-4E0B-AA8E-2249C1EB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00575"/>
            <a:ext cx="695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4223F"/>
                </a:solidFill>
              </a:defRPr>
            </a:defPPr>
            <a:lvl1pPr>
              <a:defRPr sz="1575" b="0">
                <a:solidFill>
                  <a:srgbClr val="14223F"/>
                </a:solidFill>
              </a:defRPr>
            </a:lvl1pPr>
            <a:lvl2pPr>
              <a:defRPr sz="1575" b="0">
                <a:solidFill>
                  <a:srgbClr val="14223F"/>
                </a:solidFill>
              </a:defRPr>
            </a:lvl2pPr>
            <a:lvl3pPr>
              <a:defRPr sz="1575" b="0">
                <a:solidFill>
                  <a:srgbClr val="14223F"/>
                </a:solidFill>
              </a:defRPr>
            </a:lvl3pPr>
            <a:lvl4pPr>
              <a:defRPr sz="1575" b="0">
                <a:solidFill>
                  <a:srgbClr val="14223F"/>
                </a:solidFill>
              </a:defRPr>
            </a:lvl4pPr>
            <a:lvl5pPr>
              <a:defRPr sz="1575" b="0">
                <a:solidFill>
                  <a:srgbClr val="14223F"/>
                </a:solidFill>
              </a:defRPr>
            </a:lvl5pPr>
            <a:lvl6pPr>
              <a:defRPr sz="1575" b="0">
                <a:solidFill>
                  <a:srgbClr val="14223F"/>
                </a:solidFill>
              </a:defRPr>
            </a:lvl6pPr>
            <a:lvl7pPr>
              <a:defRPr sz="1575" b="0">
                <a:solidFill>
                  <a:srgbClr val="14223F"/>
                </a:solidFill>
              </a:defRPr>
            </a:lvl7pPr>
            <a:lvl8pPr>
              <a:defRPr sz="1575" b="0">
                <a:solidFill>
                  <a:srgbClr val="14223F"/>
                </a:solidFill>
              </a:defRPr>
            </a:lvl8pPr>
            <a:lvl9pPr>
              <a:defRPr sz="1575" b="0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4223F"/>
                </a:solidFill>
              </a:defRPr>
            </a:pPr>
            <a:r>
              <a:rPr sz="1575" b="0">
                <a:solidFill>
                  <a:srgbClr val="14223F"/>
                </a:solidFill>
              </a:rPr>
              <a:t>Match application and schema versions. DBA applies the reviewed script. Validate readiness, access, key workflows and recovery.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DED069-01F0-4963-AEEB-BAE5766E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177"/>
                </a:solidFill>
              </a:defRPr>
            </a:defPPr>
            <a:lvl1pPr>
              <a:defRPr sz="1200" b="0">
                <a:solidFill>
                  <a:srgbClr val="536177"/>
                </a:solidFill>
              </a:defRPr>
            </a:lvl1pPr>
            <a:lvl2pPr>
              <a:defRPr sz="1200" b="0">
                <a:solidFill>
                  <a:srgbClr val="536177"/>
                </a:solidFill>
              </a:defRPr>
            </a:lvl2pPr>
            <a:lvl3pPr>
              <a:defRPr sz="1200" b="0">
                <a:solidFill>
                  <a:srgbClr val="536177"/>
                </a:solidFill>
              </a:defRPr>
            </a:lvl3pPr>
            <a:lvl4pPr>
              <a:defRPr sz="1200" b="0">
                <a:solidFill>
                  <a:srgbClr val="536177"/>
                </a:solidFill>
              </a:defRPr>
            </a:lvl4pPr>
            <a:lvl5pPr>
              <a:defRPr sz="1200" b="0">
                <a:solidFill>
                  <a:srgbClr val="536177"/>
                </a:solidFill>
              </a:defRPr>
            </a:lvl5pPr>
            <a:lvl6pPr>
              <a:defRPr sz="1200" b="0">
                <a:solidFill>
                  <a:srgbClr val="536177"/>
                </a:solidFill>
              </a:defRPr>
            </a:lvl6pPr>
            <a:lvl7pPr>
              <a:defRPr sz="1200" b="0">
                <a:solidFill>
                  <a:srgbClr val="536177"/>
                </a:solidFill>
              </a:defRPr>
            </a:lvl7pPr>
            <a:lvl8pPr>
              <a:defRPr sz="1200" b="0">
                <a:solidFill>
                  <a:srgbClr val="536177"/>
                </a:solidFill>
              </a:defRPr>
            </a:lvl8pPr>
            <a:lvl9pPr>
              <a:defRPr sz="12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177"/>
                </a:solidFill>
              </a:defRPr>
            </a:pPr>
            <a:r>
              <a:rPr sz="1200" b="0">
                <a:solidFill>
                  <a:srgbClr val="536177"/>
                </a:solidFill>
              </a:rPr>
              <a:t>No hosted CI pipeline, tenant isolation, or safe horizontal scale-out is established by this design.</a:t>
            </a:r>
          </a:p>
        </p:txBody>
      </p:sp>
    </p:spTree>
    <p:extLst>
      <p:ext uri="{BB962C8B-B14F-4D97-AF65-F5344CB8AC3E}">
        <p14:creationId xmlns:p14="http://schemas.microsoft.com/office/powerpoint/2010/main" val="15291843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51E34-05D8-48E8-B4D1-98B12EBC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A78D6"/>
                </a:solidFill>
              </a:defRPr>
            </a:defPPr>
            <a:lvl1pPr>
              <a:defRPr sz="1125" b="1">
                <a:solidFill>
                  <a:srgbClr val="2A78D6"/>
                </a:solidFill>
              </a:defRPr>
            </a:lvl1pPr>
            <a:lvl2pPr>
              <a:defRPr sz="1125" b="1">
                <a:solidFill>
                  <a:srgbClr val="2A78D6"/>
                </a:solidFill>
              </a:defRPr>
            </a:lvl2pPr>
            <a:lvl3pPr>
              <a:defRPr sz="1125" b="1">
                <a:solidFill>
                  <a:srgbClr val="2A78D6"/>
                </a:solidFill>
              </a:defRPr>
            </a:lvl3pPr>
            <a:lvl4pPr>
              <a:defRPr sz="1125" b="1">
                <a:solidFill>
                  <a:srgbClr val="2A78D6"/>
                </a:solidFill>
              </a:defRPr>
            </a:lvl4pPr>
            <a:lvl5pPr>
              <a:defRPr sz="1125" b="1">
                <a:solidFill>
                  <a:srgbClr val="2A78D6"/>
                </a:solidFill>
              </a:defRPr>
            </a:lvl5pPr>
            <a:lvl6pPr>
              <a:defRPr sz="1125" b="1">
                <a:solidFill>
                  <a:srgbClr val="2A78D6"/>
                </a:solidFill>
              </a:defRPr>
            </a:lvl6pPr>
            <a:lvl7pPr>
              <a:defRPr sz="1125" b="1">
                <a:solidFill>
                  <a:srgbClr val="2A78D6"/>
                </a:solidFill>
              </a:defRPr>
            </a:lvl7pPr>
            <a:lvl8pPr>
              <a:defRPr sz="1125" b="1">
                <a:solidFill>
                  <a:srgbClr val="2A78D6"/>
                </a:solidFill>
              </a:defRPr>
            </a:lvl8pPr>
            <a:lvl9pPr>
              <a:defRPr sz="11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A78D6"/>
                </a:solidFill>
              </a:defRPr>
            </a:pPr>
            <a:r>
              <a:rPr sz="1125" b="1">
                <a:solidFill>
                  <a:srgbClr val="2A78D6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EDF5CE-FD8A-454F-A020-BE56FF03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4223F"/>
                </a:solidFill>
              </a:defRPr>
            </a:defPPr>
            <a:lvl1pPr>
              <a:defRPr sz="2625" b="1">
                <a:solidFill>
                  <a:srgbClr val="14223F"/>
                </a:solidFill>
              </a:defRPr>
            </a:lvl1pPr>
            <a:lvl2pPr>
              <a:defRPr sz="2625" b="1">
                <a:solidFill>
                  <a:srgbClr val="14223F"/>
                </a:solidFill>
              </a:defRPr>
            </a:lvl2pPr>
            <a:lvl3pPr>
              <a:defRPr sz="2625" b="1">
                <a:solidFill>
                  <a:srgbClr val="14223F"/>
                </a:solidFill>
              </a:defRPr>
            </a:lvl3pPr>
            <a:lvl4pPr>
              <a:defRPr sz="2625" b="1">
                <a:solidFill>
                  <a:srgbClr val="14223F"/>
                </a:solidFill>
              </a:defRPr>
            </a:lvl4pPr>
            <a:lvl5pPr>
              <a:defRPr sz="2625" b="1">
                <a:solidFill>
                  <a:srgbClr val="14223F"/>
                </a:solidFill>
              </a:defRPr>
            </a:lvl5pPr>
            <a:lvl6pPr>
              <a:defRPr sz="2625" b="1">
                <a:solidFill>
                  <a:srgbClr val="14223F"/>
                </a:solidFill>
              </a:defRPr>
            </a:lvl6pPr>
            <a:lvl7pPr>
              <a:defRPr sz="2625" b="1">
                <a:solidFill>
                  <a:srgbClr val="14223F"/>
                </a:solidFill>
              </a:defRPr>
            </a:lvl7pPr>
            <a:lvl8pPr>
              <a:defRPr sz="2625" b="1">
                <a:solidFill>
                  <a:srgbClr val="14223F"/>
                </a:solidFill>
              </a:defRPr>
            </a:lvl8pPr>
            <a:lvl9pPr>
              <a:defRPr sz="26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4223F"/>
                </a:solidFill>
              </a:defRPr>
            </a:pPr>
            <a:r>
              <a:rPr sz="2625" b="1">
                <a:solidFill>
                  <a:srgbClr val="14223F"/>
                </a:solidFill>
              </a:rPr>
              <a:t>Pilot fit depends on operating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D423C-B764-494D-8D95-7D8F93A0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DDD4C1-81B0-4828-88C9-DBEA5036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36177"/>
                </a:solidFill>
              </a:defRPr>
            </a:defPPr>
            <a:lvl1pPr>
              <a:defRPr sz="900" b="0">
                <a:solidFill>
                  <a:srgbClr val="536177"/>
                </a:solidFill>
              </a:defRPr>
            </a:lvl1pPr>
            <a:lvl2pPr>
              <a:defRPr sz="900" b="0">
                <a:solidFill>
                  <a:srgbClr val="536177"/>
                </a:solidFill>
              </a:defRPr>
            </a:lvl2pPr>
            <a:lvl3pPr>
              <a:defRPr sz="900" b="0">
                <a:solidFill>
                  <a:srgbClr val="536177"/>
                </a:solidFill>
              </a:defRPr>
            </a:lvl3pPr>
            <a:lvl4pPr>
              <a:defRPr sz="900" b="0">
                <a:solidFill>
                  <a:srgbClr val="536177"/>
                </a:solidFill>
              </a:defRPr>
            </a:lvl4pPr>
            <a:lvl5pPr>
              <a:defRPr sz="900" b="0">
                <a:solidFill>
                  <a:srgbClr val="536177"/>
                </a:solidFill>
              </a:defRPr>
            </a:lvl5pPr>
            <a:lvl6pPr>
              <a:defRPr sz="900" b="0">
                <a:solidFill>
                  <a:srgbClr val="536177"/>
                </a:solidFill>
              </a:defRPr>
            </a:lvl6pPr>
            <a:lvl7pPr>
              <a:defRPr sz="900" b="0">
                <a:solidFill>
                  <a:srgbClr val="536177"/>
                </a:solidFill>
              </a:defRPr>
            </a:lvl7pPr>
            <a:lvl8pPr>
              <a:defRPr sz="900" b="0">
                <a:solidFill>
                  <a:srgbClr val="536177"/>
                </a:solidFill>
              </a:defRPr>
            </a:lvl8pPr>
            <a:lvl9pPr>
              <a:defRPr sz="900" b="0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36177"/>
                </a:solidFill>
              </a:defRPr>
            </a:pPr>
            <a:r>
              <a:rPr sz="900" b="0">
                <a:solidFill>
                  <a:srgbClr val="536177"/>
                </a:solidFill>
              </a:rPr>
              <a:t>TIO Operations Hub  |  Internal marketing draft 2.1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7B1E0-BDDC-4999-BD90-C5A77BE1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536177"/>
                </a:solidFill>
              </a:defRPr>
            </a:defPPr>
            <a:lvl1pPr>
              <a:defRPr sz="900" b="1">
                <a:solidFill>
                  <a:srgbClr val="536177"/>
                </a:solidFill>
              </a:defRPr>
            </a:lvl1pPr>
            <a:lvl2pPr>
              <a:defRPr sz="900" b="1">
                <a:solidFill>
                  <a:srgbClr val="536177"/>
                </a:solidFill>
              </a:defRPr>
            </a:lvl2pPr>
            <a:lvl3pPr>
              <a:defRPr sz="900" b="1">
                <a:solidFill>
                  <a:srgbClr val="536177"/>
                </a:solidFill>
              </a:defRPr>
            </a:lvl3pPr>
            <a:lvl4pPr>
              <a:defRPr sz="900" b="1">
                <a:solidFill>
                  <a:srgbClr val="536177"/>
                </a:solidFill>
              </a:defRPr>
            </a:lvl4pPr>
            <a:lvl5pPr>
              <a:defRPr sz="900" b="1">
                <a:solidFill>
                  <a:srgbClr val="536177"/>
                </a:solidFill>
              </a:defRPr>
            </a:lvl5pPr>
            <a:lvl6pPr>
              <a:defRPr sz="900" b="1">
                <a:solidFill>
                  <a:srgbClr val="536177"/>
                </a:solidFill>
              </a:defRPr>
            </a:lvl6pPr>
            <a:lvl7pPr>
              <a:defRPr sz="900" b="1">
                <a:solidFill>
                  <a:srgbClr val="536177"/>
                </a:solidFill>
              </a:defRPr>
            </a:lvl7pPr>
            <a:lvl8pPr>
              <a:defRPr sz="900" b="1">
                <a:solidFill>
                  <a:srgbClr val="536177"/>
                </a:solidFill>
              </a:defRPr>
            </a:lvl8pPr>
            <a:lvl9pPr>
              <a:defRPr sz="900" b="1">
                <a:solidFill>
                  <a:srgbClr val="536177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536177"/>
                </a:solidFill>
              </a:defRPr>
            </a:pPr>
            <a:r>
              <a:rPr sz="900" b="1">
                <a:solidFill>
                  <a:srgbClr val="536177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F46F7-B985-4049-ACAA-94245DB2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2A78D6"/>
                </a:solidFill>
              </a:defRPr>
            </a:defPPr>
            <a:lvl1pPr>
              <a:defRPr sz="2025" b="1">
                <a:solidFill>
                  <a:srgbClr val="2A78D6"/>
                </a:solidFill>
              </a:defRPr>
            </a:lvl1pPr>
            <a:lvl2pPr>
              <a:defRPr sz="2025" b="1">
                <a:solidFill>
                  <a:srgbClr val="2A78D6"/>
                </a:solidFill>
              </a:defRPr>
            </a:lvl2pPr>
            <a:lvl3pPr>
              <a:defRPr sz="2025" b="1">
                <a:solidFill>
                  <a:srgbClr val="2A78D6"/>
                </a:solidFill>
              </a:defRPr>
            </a:lvl3pPr>
            <a:lvl4pPr>
              <a:defRPr sz="2025" b="1">
                <a:solidFill>
                  <a:srgbClr val="2A78D6"/>
                </a:solidFill>
              </a:defRPr>
            </a:lvl4pPr>
            <a:lvl5pPr>
              <a:defRPr sz="2025" b="1">
                <a:solidFill>
                  <a:srgbClr val="2A78D6"/>
                </a:solidFill>
              </a:defRPr>
            </a:lvl5pPr>
            <a:lvl6pPr>
              <a:defRPr sz="2025" b="1">
                <a:solidFill>
                  <a:srgbClr val="2A78D6"/>
                </a:solidFill>
              </a:defRPr>
            </a:lvl6pPr>
            <a:lvl7pPr>
              <a:defRPr sz="2025" b="1">
                <a:solidFill>
                  <a:srgbClr val="2A78D6"/>
                </a:solidFill>
              </a:defRPr>
            </a:lvl7pPr>
            <a:lvl8pPr>
              <a:defRPr sz="2025" b="1">
                <a:solidFill>
                  <a:srgbClr val="2A78D6"/>
                </a:solidFill>
              </a:defRPr>
            </a:lvl8pPr>
            <a:lvl9pPr>
              <a:defRPr sz="2025" b="1">
                <a:solidFill>
                  <a:srgbClr val="2A78D6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A78D6"/>
                </a:solidFill>
              </a:defRPr>
            </a:pPr>
            <a:r>
              <a:rPr sz="2025" b="1">
                <a:solidFill>
                  <a:srgbClr val="2A78D6"/>
                </a:solidFill>
              </a:rPr>
              <a:t>A useful candidate can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13EC8-19FB-4E3E-8FD3-70BD4D88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4223F"/>
                </a:solidFill>
              </a:defRPr>
            </a:defPPr>
            <a:lvl1pPr>
              <a:defRPr sz="1500" b="0">
                <a:solidFill>
                  <a:srgbClr val="14223F"/>
                </a:solidFill>
              </a:defRPr>
            </a:lvl1pPr>
            <a:lvl2pPr>
              <a:defRPr sz="1500" b="0">
                <a:solidFill>
                  <a:srgbClr val="14223F"/>
                </a:solidFill>
              </a:defRPr>
            </a:lvl2pPr>
            <a:lvl3pPr>
              <a:defRPr sz="1500" b="0">
                <a:solidFill>
                  <a:srgbClr val="14223F"/>
                </a:solidFill>
              </a:defRPr>
            </a:lvl3pPr>
            <a:lvl4pPr>
              <a:defRPr sz="1500" b="0">
                <a:solidFill>
                  <a:srgbClr val="14223F"/>
                </a:solidFill>
              </a:defRPr>
            </a:lvl4pPr>
            <a:lvl5pPr>
              <a:defRPr sz="1500" b="0">
                <a:solidFill>
                  <a:srgbClr val="14223F"/>
                </a:solidFill>
              </a:defRPr>
            </a:lvl5pPr>
            <a:lvl6pPr>
              <a:defRPr sz="1500" b="0">
                <a:solidFill>
                  <a:srgbClr val="14223F"/>
                </a:solidFill>
              </a:defRPr>
            </a:lvl6pPr>
            <a:lvl7pPr>
              <a:defRPr sz="1500" b="0">
                <a:solidFill>
                  <a:srgbClr val="14223F"/>
                </a:solidFill>
              </a:defRPr>
            </a:lvl7pPr>
            <a:lvl8pPr>
              <a:defRPr sz="1500" b="0">
                <a:solidFill>
                  <a:srgbClr val="14223F"/>
                </a:solidFill>
              </a:defRPr>
            </a:lvl8pPr>
            <a:lvl9pPr>
              <a:defRPr sz="1500" b="0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Name record owners and review cadence</a:t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Approve a business visibility model</a:t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Operate the documented deployment</a:t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Agree measures and acceptance scenarios</a:t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Provide support, backup and recovery owners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BF94D-54A9-41F3-8C97-00562DE1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52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B7791F"/>
                </a:solidFill>
              </a:defRPr>
            </a:defPPr>
            <a:lvl1pPr>
              <a:defRPr sz="2025" b="1">
                <a:solidFill>
                  <a:srgbClr val="B7791F"/>
                </a:solidFill>
              </a:defRPr>
            </a:lvl1pPr>
            <a:lvl2pPr>
              <a:defRPr sz="2025" b="1">
                <a:solidFill>
                  <a:srgbClr val="B7791F"/>
                </a:solidFill>
              </a:defRPr>
            </a:lvl2pPr>
            <a:lvl3pPr>
              <a:defRPr sz="2025" b="1">
                <a:solidFill>
                  <a:srgbClr val="B7791F"/>
                </a:solidFill>
              </a:defRPr>
            </a:lvl3pPr>
            <a:lvl4pPr>
              <a:defRPr sz="2025" b="1">
                <a:solidFill>
                  <a:srgbClr val="B7791F"/>
                </a:solidFill>
              </a:defRPr>
            </a:lvl4pPr>
            <a:lvl5pPr>
              <a:defRPr sz="2025" b="1">
                <a:solidFill>
                  <a:srgbClr val="B7791F"/>
                </a:solidFill>
              </a:defRPr>
            </a:lvl5pPr>
            <a:lvl6pPr>
              <a:defRPr sz="2025" b="1">
                <a:solidFill>
                  <a:srgbClr val="B7791F"/>
                </a:solidFill>
              </a:defRPr>
            </a:lvl6pPr>
            <a:lvl7pPr>
              <a:defRPr sz="2025" b="1">
                <a:solidFill>
                  <a:srgbClr val="B7791F"/>
                </a:solidFill>
              </a:defRPr>
            </a:lvl7pPr>
            <a:lvl8pPr>
              <a:defRPr sz="2025" b="1">
                <a:solidFill>
                  <a:srgbClr val="B7791F"/>
                </a:solidFill>
              </a:defRPr>
            </a:lvl8pPr>
            <a:lvl9pPr>
              <a:defRPr sz="2025" b="1">
                <a:solidFill>
                  <a:srgbClr val="B7791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7791F"/>
                </a:solidFill>
              </a:defRPr>
            </a:pPr>
            <a:r>
              <a:rPr sz="2025" b="1">
                <a:solidFill>
                  <a:srgbClr val="B7791F"/>
                </a:solidFill>
              </a:rPr>
              <a:t>Resolve before proposal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25755-DB1C-44CF-A65A-43693AF6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4223F"/>
                </a:solidFill>
              </a:defRPr>
            </a:defPPr>
            <a:lvl1pPr>
              <a:defRPr sz="1500" b="0">
                <a:solidFill>
                  <a:srgbClr val="14223F"/>
                </a:solidFill>
              </a:defRPr>
            </a:lvl1pPr>
            <a:lvl2pPr>
              <a:defRPr sz="1500" b="0">
                <a:solidFill>
                  <a:srgbClr val="14223F"/>
                </a:solidFill>
              </a:defRPr>
            </a:lvl2pPr>
            <a:lvl3pPr>
              <a:defRPr sz="1500" b="0">
                <a:solidFill>
                  <a:srgbClr val="14223F"/>
                </a:solidFill>
              </a:defRPr>
            </a:lvl3pPr>
            <a:lvl4pPr>
              <a:defRPr sz="1500" b="0">
                <a:solidFill>
                  <a:srgbClr val="14223F"/>
                </a:solidFill>
              </a:defRPr>
            </a:lvl4pPr>
            <a:lvl5pPr>
              <a:defRPr sz="1500" b="0">
                <a:solidFill>
                  <a:srgbClr val="14223F"/>
                </a:solidFill>
              </a:defRPr>
            </a:lvl5pPr>
            <a:lvl6pPr>
              <a:defRPr sz="1500" b="0">
                <a:solidFill>
                  <a:srgbClr val="14223F"/>
                </a:solidFill>
              </a:defRPr>
            </a:lvl6pPr>
            <a:lvl7pPr>
              <a:defRPr sz="1500" b="0">
                <a:solidFill>
                  <a:srgbClr val="14223F"/>
                </a:solidFill>
              </a:defRPr>
            </a:lvl7pPr>
            <a:lvl8pPr>
              <a:defRPr sz="1500" b="0">
                <a:solidFill>
                  <a:srgbClr val="14223F"/>
                </a:solidFill>
              </a:defRPr>
            </a:lvl8pPr>
            <a:lvl9pPr>
              <a:defRPr sz="1500" b="0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Identity and MFA requirements</a:t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Data locations and retention</a:t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Integration expectations</a:t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Assurance evidence and legal roles</a:t>
            </a:r>
          </a:p>
          <a:p xmlns:a="http://schemas.openxmlformats.org/drawingml/2006/main">
            <a:pPr>
              <a:defRPr sz="1500" b="0">
                <a:solidFill>
                  <a:srgbClr val="14223F"/>
                </a:solidFill>
              </a:defRPr>
            </a:pPr>
            <a:r>
              <a:rPr sz="1500" b="0">
                <a:solidFill>
                  <a:srgbClr val="14223F"/>
                </a:solidFill>
              </a:rPr>
              <a:t>Support hours, RPO and RTO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09CE7-3468-4376-8757-A2391F5A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668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6DF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87E1A-C393-4D7A-AE70-4242713F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014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4223F"/>
                </a:solidFill>
              </a:defRPr>
            </a:defPPr>
            <a:lvl1pPr>
              <a:defRPr sz="1425" b="1">
                <a:solidFill>
                  <a:srgbClr val="14223F"/>
                </a:solidFill>
              </a:defRPr>
            </a:lvl1pPr>
            <a:lvl2pPr>
              <a:defRPr sz="1425" b="1">
                <a:solidFill>
                  <a:srgbClr val="14223F"/>
                </a:solidFill>
              </a:defRPr>
            </a:lvl2pPr>
            <a:lvl3pPr>
              <a:defRPr sz="1425" b="1">
                <a:solidFill>
                  <a:srgbClr val="14223F"/>
                </a:solidFill>
              </a:defRPr>
            </a:lvl3pPr>
            <a:lvl4pPr>
              <a:defRPr sz="1425" b="1">
                <a:solidFill>
                  <a:srgbClr val="14223F"/>
                </a:solidFill>
              </a:defRPr>
            </a:lvl4pPr>
            <a:lvl5pPr>
              <a:defRPr sz="1425" b="1">
                <a:solidFill>
                  <a:srgbClr val="14223F"/>
                </a:solidFill>
              </a:defRPr>
            </a:lvl5pPr>
            <a:lvl6pPr>
              <a:defRPr sz="1425" b="1">
                <a:solidFill>
                  <a:srgbClr val="14223F"/>
                </a:solidFill>
              </a:defRPr>
            </a:lvl6pPr>
            <a:lvl7pPr>
              <a:defRPr sz="1425" b="1">
                <a:solidFill>
                  <a:srgbClr val="14223F"/>
                </a:solidFill>
              </a:defRPr>
            </a:lvl7pPr>
            <a:lvl8pPr>
              <a:defRPr sz="1425" b="1">
                <a:solidFill>
                  <a:srgbClr val="14223F"/>
                </a:solidFill>
              </a:defRPr>
            </a:lvl8pPr>
            <a:lvl9pPr>
              <a:defRPr sz="1425" b="1">
                <a:solidFill>
                  <a:srgbClr val="14223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4223F"/>
                </a:solidFill>
              </a:defRPr>
            </a:pPr>
            <a:r>
              <a:rPr sz="1425" b="1">
                <a:solidFill>
                  <a:srgbClr val="14223F"/>
                </a:solidFill>
              </a:rPr>
              <a:t>A product demonstration is not a deployment approval or a customer outcome.</a:t>
            </a:r>
          </a:p>
        </p:txBody>
      </p:sp>
    </p:spTree>
    <p:extLst>
      <p:ext uri="{BB962C8B-B14F-4D97-AF65-F5344CB8AC3E}">
        <p14:creationId xmlns:p14="http://schemas.microsoft.com/office/powerpoint/2010/main" val="12370527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C1B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5DBECF-910B-474E-8D2C-04548290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8DBCF2"/>
                </a:solidFill>
              </a:defRPr>
            </a:defPPr>
            <a:lvl1pPr>
              <a:defRPr sz="1125" b="1">
                <a:solidFill>
                  <a:srgbClr val="8DBCF2"/>
                </a:solidFill>
              </a:defRPr>
            </a:lvl1pPr>
            <a:lvl2pPr>
              <a:defRPr sz="1125" b="1">
                <a:solidFill>
                  <a:srgbClr val="8DBCF2"/>
                </a:solidFill>
              </a:defRPr>
            </a:lvl2pPr>
            <a:lvl3pPr>
              <a:defRPr sz="1125" b="1">
                <a:solidFill>
                  <a:srgbClr val="8DBCF2"/>
                </a:solidFill>
              </a:defRPr>
            </a:lvl3pPr>
            <a:lvl4pPr>
              <a:defRPr sz="1125" b="1">
                <a:solidFill>
                  <a:srgbClr val="8DBCF2"/>
                </a:solidFill>
              </a:defRPr>
            </a:lvl4pPr>
            <a:lvl5pPr>
              <a:defRPr sz="1125" b="1">
                <a:solidFill>
                  <a:srgbClr val="8DBCF2"/>
                </a:solidFill>
              </a:defRPr>
            </a:lvl5pPr>
            <a:lvl6pPr>
              <a:defRPr sz="1125" b="1">
                <a:solidFill>
                  <a:srgbClr val="8DBCF2"/>
                </a:solidFill>
              </a:defRPr>
            </a:lvl6pPr>
            <a:lvl7pPr>
              <a:defRPr sz="1125" b="1">
                <a:solidFill>
                  <a:srgbClr val="8DBCF2"/>
                </a:solidFill>
              </a:defRPr>
            </a:lvl7pPr>
            <a:lvl8pPr>
              <a:defRPr sz="1125" b="1">
                <a:solidFill>
                  <a:srgbClr val="8DBCF2"/>
                </a:solidFill>
              </a:defRPr>
            </a:lvl8pPr>
            <a:lvl9pPr>
              <a:defRPr sz="1125" b="1">
                <a:solidFill>
                  <a:srgbClr val="8DBCF2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8DBCF2"/>
                </a:solidFill>
              </a:defRPr>
            </a:pPr>
            <a:r>
              <a:rPr sz="1125" b="1">
                <a:solidFill>
                  <a:srgbClr val="8DBCF2"/>
                </a:solidFill>
              </a:rPr>
              <a:t>TIO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63588-B269-43EA-8B83-1C99FDE9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FFFFFF"/>
                </a:solidFill>
              </a:defRPr>
            </a:defPPr>
            <a:lvl1pPr>
              <a:defRPr sz="2625" b="1">
                <a:solidFill>
                  <a:srgbClr val="FFFFFF"/>
                </a:solidFill>
              </a:defRPr>
            </a:lvl1pPr>
            <a:lvl2pPr>
              <a:defRPr sz="2625" b="1">
                <a:solidFill>
                  <a:srgbClr val="FFFFFF"/>
                </a:solidFill>
              </a:defRPr>
            </a:lvl2pPr>
            <a:lvl3pPr>
              <a:defRPr sz="2625" b="1">
                <a:solidFill>
                  <a:srgbClr val="FFFFFF"/>
                </a:solidFill>
              </a:defRPr>
            </a:lvl3pPr>
            <a:lvl4pPr>
              <a:defRPr sz="2625" b="1">
                <a:solidFill>
                  <a:srgbClr val="FFFFFF"/>
                </a:solidFill>
              </a:defRPr>
            </a:lvl4pPr>
            <a:lvl5pPr>
              <a:defRPr sz="2625" b="1">
                <a:solidFill>
                  <a:srgbClr val="FFFFFF"/>
                </a:solidFill>
              </a:defRPr>
            </a:lvl5pPr>
            <a:lvl6pPr>
              <a:defRPr sz="2625" b="1">
                <a:solidFill>
                  <a:srgbClr val="FFFFFF"/>
                </a:solidFill>
              </a:defRPr>
            </a:lvl6pPr>
            <a:lvl7pPr>
              <a:defRPr sz="2625" b="1">
                <a:solidFill>
                  <a:srgbClr val="FFFFFF"/>
                </a:solidFill>
              </a:defRPr>
            </a:lvl7pPr>
            <a:lvl8pPr>
              <a:defRPr sz="2625" b="1">
                <a:solidFill>
                  <a:srgbClr val="FFFFFF"/>
                </a:solidFill>
              </a:defRPr>
            </a:lvl8pPr>
            <a:lvl9pPr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Evaluate TIO Hub against real operating scenarios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0266E-5F19-4EA3-8EF3-F8A53AD4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9B6CF-CB33-4D26-A41C-A73CBA2C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B8C8DD"/>
                </a:solidFill>
              </a:defRPr>
            </a:defPPr>
            <a:lvl1pPr>
              <a:defRPr sz="900" b="0">
                <a:solidFill>
                  <a:srgbClr val="B8C8DD"/>
                </a:solidFill>
              </a:defRPr>
            </a:lvl1pPr>
            <a:lvl2pPr>
              <a:defRPr sz="900" b="0">
                <a:solidFill>
                  <a:srgbClr val="B8C8DD"/>
                </a:solidFill>
              </a:defRPr>
            </a:lvl2pPr>
            <a:lvl3pPr>
              <a:defRPr sz="900" b="0">
                <a:solidFill>
                  <a:srgbClr val="B8C8DD"/>
                </a:solidFill>
              </a:defRPr>
            </a:lvl3pPr>
            <a:lvl4pPr>
              <a:defRPr sz="900" b="0">
                <a:solidFill>
                  <a:srgbClr val="B8C8DD"/>
                </a:solidFill>
              </a:defRPr>
            </a:lvl4pPr>
            <a:lvl5pPr>
              <a:defRPr sz="900" b="0">
                <a:solidFill>
                  <a:srgbClr val="B8C8DD"/>
                </a:solidFill>
              </a:defRPr>
            </a:lvl5pPr>
            <a:lvl6pPr>
              <a:defRPr sz="900" b="0">
                <a:solidFill>
                  <a:srgbClr val="B8C8DD"/>
                </a:solidFill>
              </a:defRPr>
            </a:lvl6pPr>
            <a:lvl7pPr>
              <a:defRPr sz="900" b="0">
                <a:solidFill>
                  <a:srgbClr val="B8C8DD"/>
                </a:solidFill>
              </a:defRPr>
            </a:lvl7pPr>
            <a:lvl8pPr>
              <a:defRPr sz="900" b="0">
                <a:solidFill>
                  <a:srgbClr val="B8C8DD"/>
                </a:solidFill>
              </a:defRPr>
            </a:lvl8pPr>
            <a:lvl9pPr>
              <a:defRPr sz="900" b="0">
                <a:solidFill>
                  <a:srgbClr val="B8C8DD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B8C8DD"/>
                </a:solidFill>
              </a:defRPr>
            </a:pPr>
            <a:r>
              <a:rPr sz="900" b="0">
                <a:solidFill>
                  <a:srgbClr val="B8C8DD"/>
                </a:solidFill>
              </a:rPr>
              <a:t>TIO Operations Hub  |  Internal marketing draft 2.1  |  24 Oct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5F270-B734-4699-B3CD-2594B082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960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B8C8DD"/>
                </a:solidFill>
              </a:defRPr>
            </a:defPPr>
            <a:lvl1pPr>
              <a:defRPr sz="900" b="1">
                <a:solidFill>
                  <a:srgbClr val="B8C8DD"/>
                </a:solidFill>
              </a:defRPr>
            </a:lvl1pPr>
            <a:lvl2pPr>
              <a:defRPr sz="900" b="1">
                <a:solidFill>
                  <a:srgbClr val="B8C8DD"/>
                </a:solidFill>
              </a:defRPr>
            </a:lvl2pPr>
            <a:lvl3pPr>
              <a:defRPr sz="900" b="1">
                <a:solidFill>
                  <a:srgbClr val="B8C8DD"/>
                </a:solidFill>
              </a:defRPr>
            </a:lvl3pPr>
            <a:lvl4pPr>
              <a:defRPr sz="900" b="1">
                <a:solidFill>
                  <a:srgbClr val="B8C8DD"/>
                </a:solidFill>
              </a:defRPr>
            </a:lvl4pPr>
            <a:lvl5pPr>
              <a:defRPr sz="900" b="1">
                <a:solidFill>
                  <a:srgbClr val="B8C8DD"/>
                </a:solidFill>
              </a:defRPr>
            </a:lvl5pPr>
            <a:lvl6pPr>
              <a:defRPr sz="900" b="1">
                <a:solidFill>
                  <a:srgbClr val="B8C8DD"/>
                </a:solidFill>
              </a:defRPr>
            </a:lvl6pPr>
            <a:lvl7pPr>
              <a:defRPr sz="900" b="1">
                <a:solidFill>
                  <a:srgbClr val="B8C8DD"/>
                </a:solidFill>
              </a:defRPr>
            </a:lvl7pPr>
            <a:lvl8pPr>
              <a:defRPr sz="900" b="1">
                <a:solidFill>
                  <a:srgbClr val="B8C8DD"/>
                </a:solidFill>
              </a:defRPr>
            </a:lvl8pPr>
            <a:lvl9pPr>
              <a:defRPr sz="900" b="1">
                <a:solidFill>
                  <a:srgbClr val="B8C8DD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B8C8DD"/>
                </a:solidFill>
              </a:defRPr>
            </a:pPr>
            <a:r>
              <a:rPr sz="900" b="1">
                <a:solidFill>
                  <a:srgbClr val="B8C8DD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BCECB-81F1-4E09-89CF-6C0855FA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8DBCF2"/>
                </a:solidFill>
              </a:defRPr>
            </a:defPPr>
            <a:lvl1pPr>
              <a:defRPr sz="1800" b="1">
                <a:solidFill>
                  <a:srgbClr val="8DBCF2"/>
                </a:solidFill>
              </a:defRPr>
            </a:lvl1pPr>
            <a:lvl2pPr>
              <a:defRPr sz="1800" b="1">
                <a:solidFill>
                  <a:srgbClr val="8DBCF2"/>
                </a:solidFill>
              </a:defRPr>
            </a:lvl2pPr>
            <a:lvl3pPr>
              <a:defRPr sz="1800" b="1">
                <a:solidFill>
                  <a:srgbClr val="8DBCF2"/>
                </a:solidFill>
              </a:defRPr>
            </a:lvl3pPr>
            <a:lvl4pPr>
              <a:defRPr sz="1800" b="1">
                <a:solidFill>
                  <a:srgbClr val="8DBCF2"/>
                </a:solidFill>
              </a:defRPr>
            </a:lvl4pPr>
            <a:lvl5pPr>
              <a:defRPr sz="1800" b="1">
                <a:solidFill>
                  <a:srgbClr val="8DBCF2"/>
                </a:solidFill>
              </a:defRPr>
            </a:lvl5pPr>
            <a:lvl6pPr>
              <a:defRPr sz="1800" b="1">
                <a:solidFill>
                  <a:srgbClr val="8DBCF2"/>
                </a:solidFill>
              </a:defRPr>
            </a:lvl6pPr>
            <a:lvl7pPr>
              <a:defRPr sz="1800" b="1">
                <a:solidFill>
                  <a:srgbClr val="8DBCF2"/>
                </a:solidFill>
              </a:defRPr>
            </a:lvl7pPr>
            <a:lvl8pPr>
              <a:defRPr sz="1800" b="1">
                <a:solidFill>
                  <a:srgbClr val="8DBCF2"/>
                </a:solidFill>
              </a:defRPr>
            </a:lvl8pPr>
            <a:lvl9pPr>
              <a:defRPr sz="1800" b="1">
                <a:solidFill>
                  <a:srgbClr val="8DBCF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8DBCF2"/>
                </a:solidFill>
              </a:defRPr>
            </a:pPr>
            <a:r>
              <a:rPr sz="1800" b="1">
                <a:solidFill>
                  <a:srgbClr val="8DBCF2"/>
                </a:solidFill>
              </a:rPr>
              <a:t>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D7F79-6E18-4987-A9D2-C4A03AAA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145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FFFFF"/>
                </a:solidFill>
              </a:defRPr>
            </a:defPPr>
            <a:lvl1pPr>
              <a:defRPr sz="1425" b="0">
                <a:solidFill>
                  <a:srgbClr val="FFFFFF"/>
                </a:solidFill>
              </a:defRPr>
            </a:lvl1pPr>
            <a:lvl2pPr>
              <a:defRPr sz="1425" b="0">
                <a:solidFill>
                  <a:srgbClr val="FFFFFF"/>
                </a:solidFill>
              </a:defRPr>
            </a:lvl2pPr>
            <a:lvl3pPr>
              <a:defRPr sz="1425" b="0">
                <a:solidFill>
                  <a:srgbClr val="FFFFFF"/>
                </a:solidFill>
              </a:defRPr>
            </a:lvl3pPr>
            <a:lvl4pPr>
              <a:defRPr sz="1425" b="0">
                <a:solidFill>
                  <a:srgbClr val="FFFFFF"/>
                </a:solidFill>
              </a:defRPr>
            </a:lvl4pPr>
            <a:lvl5pPr>
              <a:defRPr sz="1425" b="0">
                <a:solidFill>
                  <a:srgbClr val="FFFFFF"/>
                </a:solidFill>
              </a:defRPr>
            </a:lvl5pPr>
            <a:lvl6pPr>
              <a:defRPr sz="1425" b="0">
                <a:solidFill>
                  <a:srgbClr val="FFFFFF"/>
                </a:solidFill>
              </a:defRPr>
            </a:lvl6pPr>
            <a:lvl7pPr>
              <a:defRPr sz="1425" b="0">
                <a:solidFill>
                  <a:srgbClr val="FFFFFF"/>
                </a:solidFill>
              </a:defRPr>
            </a:lvl7pPr>
            <a:lvl8pPr>
              <a:defRPr sz="1425" b="0">
                <a:solidFill>
                  <a:srgbClr val="FFFFFF"/>
                </a:solidFill>
              </a:defRPr>
            </a:lvl8pPr>
            <a:lvl9pPr>
              <a:defRPr sz="14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Identify the workflow and data boundary.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9599E-512B-401E-BAEC-7232F5B6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478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8DBCF2"/>
                </a:solidFill>
              </a:defRPr>
            </a:defPPr>
            <a:lvl1pPr>
              <a:defRPr sz="1800" b="1">
                <a:solidFill>
                  <a:srgbClr val="8DBCF2"/>
                </a:solidFill>
              </a:defRPr>
            </a:lvl1pPr>
            <a:lvl2pPr>
              <a:defRPr sz="1800" b="1">
                <a:solidFill>
                  <a:srgbClr val="8DBCF2"/>
                </a:solidFill>
              </a:defRPr>
            </a:lvl2pPr>
            <a:lvl3pPr>
              <a:defRPr sz="1800" b="1">
                <a:solidFill>
                  <a:srgbClr val="8DBCF2"/>
                </a:solidFill>
              </a:defRPr>
            </a:lvl3pPr>
            <a:lvl4pPr>
              <a:defRPr sz="1800" b="1">
                <a:solidFill>
                  <a:srgbClr val="8DBCF2"/>
                </a:solidFill>
              </a:defRPr>
            </a:lvl4pPr>
            <a:lvl5pPr>
              <a:defRPr sz="1800" b="1">
                <a:solidFill>
                  <a:srgbClr val="8DBCF2"/>
                </a:solidFill>
              </a:defRPr>
            </a:lvl5pPr>
            <a:lvl6pPr>
              <a:defRPr sz="1800" b="1">
                <a:solidFill>
                  <a:srgbClr val="8DBCF2"/>
                </a:solidFill>
              </a:defRPr>
            </a:lvl6pPr>
            <a:lvl7pPr>
              <a:defRPr sz="1800" b="1">
                <a:solidFill>
                  <a:srgbClr val="8DBCF2"/>
                </a:solidFill>
              </a:defRPr>
            </a:lvl7pPr>
            <a:lvl8pPr>
              <a:defRPr sz="1800" b="1">
                <a:solidFill>
                  <a:srgbClr val="8DBCF2"/>
                </a:solidFill>
              </a:defRPr>
            </a:lvl8pPr>
            <a:lvl9pPr>
              <a:defRPr sz="1800" b="1">
                <a:solidFill>
                  <a:srgbClr val="8DBCF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8DBCF2"/>
                </a:solidFill>
              </a:defRPr>
            </a:pPr>
            <a:r>
              <a:rPr sz="1800" b="1">
                <a:solidFill>
                  <a:srgbClr val="8DBCF2"/>
                </a:solidFill>
              </a:rPr>
              <a:t>Fit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ED58B-E82D-428C-B578-1DFCF69D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145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FFFFF"/>
                </a:solidFill>
              </a:defRPr>
            </a:defPPr>
            <a:lvl1pPr>
              <a:defRPr sz="1425" b="0">
                <a:solidFill>
                  <a:srgbClr val="FFFFFF"/>
                </a:solidFill>
              </a:defRPr>
            </a:lvl1pPr>
            <a:lvl2pPr>
              <a:defRPr sz="1425" b="0">
                <a:solidFill>
                  <a:srgbClr val="FFFFFF"/>
                </a:solidFill>
              </a:defRPr>
            </a:lvl2pPr>
            <a:lvl3pPr>
              <a:defRPr sz="1425" b="0">
                <a:solidFill>
                  <a:srgbClr val="FFFFFF"/>
                </a:solidFill>
              </a:defRPr>
            </a:lvl3pPr>
            <a:lvl4pPr>
              <a:defRPr sz="1425" b="0">
                <a:solidFill>
                  <a:srgbClr val="FFFFFF"/>
                </a:solidFill>
              </a:defRPr>
            </a:lvl4pPr>
            <a:lvl5pPr>
              <a:defRPr sz="1425" b="0">
                <a:solidFill>
                  <a:srgbClr val="FFFFFF"/>
                </a:solidFill>
              </a:defRPr>
            </a:lvl5pPr>
            <a:lvl6pPr>
              <a:defRPr sz="1425" b="0">
                <a:solidFill>
                  <a:srgbClr val="FFFFFF"/>
                </a:solidFill>
              </a:defRPr>
            </a:lvl6pPr>
            <a:lvl7pPr>
              <a:defRPr sz="1425" b="0">
                <a:solidFill>
                  <a:srgbClr val="FFFFFF"/>
                </a:solidFill>
              </a:defRPr>
            </a:lvl7pPr>
            <a:lvl8pPr>
              <a:defRPr sz="1425" b="0">
                <a:solidFill>
                  <a:srgbClr val="FFFFFF"/>
                </a:solidFill>
              </a:defRPr>
            </a:lvl8pPr>
            <a:lvl9pPr>
              <a:defRPr sz="14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Confirm identity, hosting, recovery and support.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3CED1-219D-43A4-AF60-A59DF4A3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847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8DBCF2"/>
                </a:solidFill>
              </a:defRPr>
            </a:defPPr>
            <a:lvl1pPr>
              <a:defRPr sz="1800" b="1">
                <a:solidFill>
                  <a:srgbClr val="8DBCF2"/>
                </a:solidFill>
              </a:defRPr>
            </a:lvl1pPr>
            <a:lvl2pPr>
              <a:defRPr sz="1800" b="1">
                <a:solidFill>
                  <a:srgbClr val="8DBCF2"/>
                </a:solidFill>
              </a:defRPr>
            </a:lvl2pPr>
            <a:lvl3pPr>
              <a:defRPr sz="1800" b="1">
                <a:solidFill>
                  <a:srgbClr val="8DBCF2"/>
                </a:solidFill>
              </a:defRPr>
            </a:lvl3pPr>
            <a:lvl4pPr>
              <a:defRPr sz="1800" b="1">
                <a:solidFill>
                  <a:srgbClr val="8DBCF2"/>
                </a:solidFill>
              </a:defRPr>
            </a:lvl4pPr>
            <a:lvl5pPr>
              <a:defRPr sz="1800" b="1">
                <a:solidFill>
                  <a:srgbClr val="8DBCF2"/>
                </a:solidFill>
              </a:defRPr>
            </a:lvl5pPr>
            <a:lvl6pPr>
              <a:defRPr sz="1800" b="1">
                <a:solidFill>
                  <a:srgbClr val="8DBCF2"/>
                </a:solidFill>
              </a:defRPr>
            </a:lvl6pPr>
            <a:lvl7pPr>
              <a:defRPr sz="1800" b="1">
                <a:solidFill>
                  <a:srgbClr val="8DBCF2"/>
                </a:solidFill>
              </a:defRPr>
            </a:lvl7pPr>
            <a:lvl8pPr>
              <a:defRPr sz="1800" b="1">
                <a:solidFill>
                  <a:srgbClr val="8DBCF2"/>
                </a:solidFill>
              </a:defRPr>
            </a:lvl8pPr>
            <a:lvl9pPr>
              <a:defRPr sz="1800" b="1">
                <a:solidFill>
                  <a:srgbClr val="8DBCF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8DBCF2"/>
                </a:solidFill>
              </a:defRPr>
            </a:pPr>
            <a:r>
              <a:rPr sz="1800" b="1">
                <a:solidFill>
                  <a:srgbClr val="8DBCF2"/>
                </a:solidFill>
              </a:rPr>
              <a:t>Pilot definition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E5809-83A1-4523-B1F4-B2B76C4B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145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FFFFFF"/>
                </a:solidFill>
              </a:defRPr>
            </a:defPPr>
            <a:lvl1pPr>
              <a:defRPr sz="1425" b="0">
                <a:solidFill>
                  <a:srgbClr val="FFFFFF"/>
                </a:solidFill>
              </a:defRPr>
            </a:lvl1pPr>
            <a:lvl2pPr>
              <a:defRPr sz="1425" b="0">
                <a:solidFill>
                  <a:srgbClr val="FFFFFF"/>
                </a:solidFill>
              </a:defRPr>
            </a:lvl2pPr>
            <a:lvl3pPr>
              <a:defRPr sz="1425" b="0">
                <a:solidFill>
                  <a:srgbClr val="FFFFFF"/>
                </a:solidFill>
              </a:defRPr>
            </a:lvl3pPr>
            <a:lvl4pPr>
              <a:defRPr sz="1425" b="0">
                <a:solidFill>
                  <a:srgbClr val="FFFFFF"/>
                </a:solidFill>
              </a:defRPr>
            </a:lvl4pPr>
            <a:lvl5pPr>
              <a:defRPr sz="1425" b="0">
                <a:solidFill>
                  <a:srgbClr val="FFFFFF"/>
                </a:solidFill>
              </a:defRPr>
            </a:lvl5pPr>
            <a:lvl6pPr>
              <a:defRPr sz="1425" b="0">
                <a:solidFill>
                  <a:srgbClr val="FFFFFF"/>
                </a:solidFill>
              </a:defRPr>
            </a:lvl6pPr>
            <a:lvl7pPr>
              <a:defRPr sz="1425" b="0">
                <a:solidFill>
                  <a:srgbClr val="FFFFFF"/>
                </a:solidFill>
              </a:defRPr>
            </a:lvl7pPr>
            <a:lvl8pPr>
              <a:defRPr sz="1425" b="0">
                <a:solidFill>
                  <a:srgbClr val="FFFFFF"/>
                </a:solidFill>
              </a:defRPr>
            </a:lvl8pPr>
            <a:lvl9pPr>
              <a:defRPr sz="14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Agree users, measures, acceptance and exit.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B0512-79DF-4B64-9656-29F67F95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10572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03451"/>
          </a:solidFill>
          <a:ln xmlns:a="http://schemas.openxmlformats.org/drawingml/2006/main" w="9525">
            <a:solidFill>
              <a:srgbClr val="3448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E38CC-7FF0-4C6F-8C81-F5BF10BF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147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FFFF"/>
                </a:solidFill>
              </a:defRPr>
            </a:defPPr>
            <a:lvl1pPr>
              <a:defRPr sz="2250" b="1">
                <a:solidFill>
                  <a:srgbClr val="FFFFFF"/>
                </a:solidFill>
              </a:defRPr>
            </a:lvl1pPr>
            <a:lvl2pPr>
              <a:defRPr sz="2250" b="1">
                <a:solidFill>
                  <a:srgbClr val="FFFFFF"/>
                </a:solidFill>
              </a:defRPr>
            </a:lvl2pPr>
            <a:lvl3pPr>
              <a:defRPr sz="2250" b="1">
                <a:solidFill>
                  <a:srgbClr val="FFFFFF"/>
                </a:solidFill>
              </a:defRPr>
            </a:lvl3pPr>
            <a:lvl4pPr>
              <a:defRPr sz="2250" b="1">
                <a:solidFill>
                  <a:srgbClr val="FFFFFF"/>
                </a:solidFill>
              </a:defRPr>
            </a:lvl4pPr>
            <a:lvl5pPr>
              <a:defRPr sz="2250" b="1">
                <a:solidFill>
                  <a:srgbClr val="FFFFFF"/>
                </a:solidFill>
              </a:defRPr>
            </a:lvl5pPr>
            <a:lvl6pPr>
              <a:defRPr sz="2250" b="1">
                <a:solidFill>
                  <a:srgbClr val="FFFFFF"/>
                </a:solidFill>
              </a:defRPr>
            </a:lvl6pPr>
            <a:lvl7pPr>
              <a:defRPr sz="2250" b="1">
                <a:solidFill>
                  <a:srgbClr val="FFFFFF"/>
                </a:solidFill>
              </a:defRPr>
            </a:lvl7pPr>
            <a:lvl8pPr>
              <a:defRPr sz="2250" b="1">
                <a:solidFill>
                  <a:srgbClr val="FFFFFF"/>
                </a:solidFill>
              </a:defRPr>
            </a:lvl8pPr>
            <a:lvl9pPr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Review the workflow against your operational requirements.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4AF3A-E80E-41B6-B75A-DD18FAEF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B8C8DD"/>
                </a:solidFill>
              </a:defRPr>
            </a:defPPr>
            <a:lvl1pPr>
              <a:defRPr sz="1275" b="0">
                <a:solidFill>
                  <a:srgbClr val="B8C8DD"/>
                </a:solidFill>
              </a:defRPr>
            </a:lvl1pPr>
            <a:lvl2pPr>
              <a:defRPr sz="1275" b="0">
                <a:solidFill>
                  <a:srgbClr val="B8C8DD"/>
                </a:solidFill>
              </a:defRPr>
            </a:lvl2pPr>
            <a:lvl3pPr>
              <a:defRPr sz="1275" b="0">
                <a:solidFill>
                  <a:srgbClr val="B8C8DD"/>
                </a:solidFill>
              </a:defRPr>
            </a:lvl3pPr>
            <a:lvl4pPr>
              <a:defRPr sz="1275" b="0">
                <a:solidFill>
                  <a:srgbClr val="B8C8DD"/>
                </a:solidFill>
              </a:defRPr>
            </a:lvl4pPr>
            <a:lvl5pPr>
              <a:defRPr sz="1275" b="0">
                <a:solidFill>
                  <a:srgbClr val="B8C8DD"/>
                </a:solidFill>
              </a:defRPr>
            </a:lvl5pPr>
            <a:lvl6pPr>
              <a:defRPr sz="1275" b="0">
                <a:solidFill>
                  <a:srgbClr val="B8C8DD"/>
                </a:solidFill>
              </a:defRPr>
            </a:lvl6pPr>
            <a:lvl7pPr>
              <a:defRPr sz="1275" b="0">
                <a:solidFill>
                  <a:srgbClr val="B8C8DD"/>
                </a:solidFill>
              </a:defRPr>
            </a:lvl7pPr>
            <a:lvl8pPr>
              <a:defRPr sz="1275" b="0">
                <a:solidFill>
                  <a:srgbClr val="B8C8DD"/>
                </a:solidFill>
              </a:defRPr>
            </a:lvl8pPr>
            <a:lvl9pPr>
              <a:defRPr sz="1275" b="0">
                <a:solidFill>
                  <a:srgbClr val="B8C8DD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8C8DD"/>
                </a:solidFill>
              </a:defRPr>
            </a:pPr>
            <a:r>
              <a:rPr sz="1275" b="0">
                <a:solidFill>
                  <a:srgbClr val="B8C8DD"/>
                </a:solidFill>
              </a:rPr>
              <a:t>Product boundaries and approval requirements are recorded in the accompanying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236398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2026-10-24T11:20:55.2530000Z</dcterms:created>
  <dcterms:modified xsi:type="dcterms:W3CDTF">2026-10-24T11:20:55.2530000Z</dcterms:modified>
</coreProperties>
</file>